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4"/>
    <p:sldMasterId id="2147483699" r:id="rId5"/>
  </p:sldMasterIdLst>
  <p:notesMasterIdLst>
    <p:notesMasterId r:id="rId32"/>
  </p:notesMasterIdLst>
  <p:handoutMasterIdLst>
    <p:handoutMasterId r:id="rId33"/>
  </p:handoutMasterIdLst>
  <p:sldIdLst>
    <p:sldId id="267" r:id="rId6"/>
    <p:sldId id="262" r:id="rId7"/>
    <p:sldId id="302" r:id="rId8"/>
    <p:sldId id="314" r:id="rId9"/>
    <p:sldId id="317" r:id="rId10"/>
    <p:sldId id="315" r:id="rId11"/>
    <p:sldId id="313" r:id="rId12"/>
    <p:sldId id="318" r:id="rId13"/>
    <p:sldId id="319" r:id="rId14"/>
    <p:sldId id="320" r:id="rId15"/>
    <p:sldId id="322" r:id="rId16"/>
    <p:sldId id="323" r:id="rId17"/>
    <p:sldId id="324" r:id="rId18"/>
    <p:sldId id="325" r:id="rId19"/>
    <p:sldId id="328" r:id="rId20"/>
    <p:sldId id="327" r:id="rId21"/>
    <p:sldId id="332" r:id="rId22"/>
    <p:sldId id="307" r:id="rId23"/>
    <p:sldId id="334" r:id="rId24"/>
    <p:sldId id="330" r:id="rId25"/>
    <p:sldId id="329" r:id="rId26"/>
    <p:sldId id="336" r:id="rId27"/>
    <p:sldId id="337" r:id="rId28"/>
    <p:sldId id="306" r:id="rId29"/>
    <p:sldId id="331" r:id="rId30"/>
    <p:sldId id="333" r:id="rId3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66"/>
    <a:srgbClr val="FF3300"/>
    <a:srgbClr val="00FF00"/>
    <a:srgbClr val="FF3399"/>
    <a:srgbClr val="FFD85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CB957D-BD18-435A-880B-DE39F0A8B70B}" v="3069" dt="2024-09-21T14:02:27.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NO VITALE" userId="3a6b6f2d-ceea-4a5a-b4fe-aae62ca44617" providerId="ADAL" clId="{57CB957D-BD18-435A-880B-DE39F0A8B70B}"/>
    <pc:docChg chg="undo redo custSel addSld delSld modSld sldOrd">
      <pc:chgData name="LUCIANO VITALE" userId="3a6b6f2d-ceea-4a5a-b4fe-aae62ca44617" providerId="ADAL" clId="{57CB957D-BD18-435A-880B-DE39F0A8B70B}" dt="2024-09-23T15:16:34.292" v="8137" actId="20577"/>
      <pc:docMkLst>
        <pc:docMk/>
      </pc:docMkLst>
      <pc:sldChg chg="modSp mod">
        <pc:chgData name="LUCIANO VITALE" userId="3a6b6f2d-ceea-4a5a-b4fe-aae62ca44617" providerId="ADAL" clId="{57CB957D-BD18-435A-880B-DE39F0A8B70B}" dt="2024-09-21T14:09:07.317" v="8102" actId="113"/>
        <pc:sldMkLst>
          <pc:docMk/>
          <pc:sldMk cId="1094849372" sldId="262"/>
        </pc:sldMkLst>
        <pc:spChg chg="mod">
          <ac:chgData name="LUCIANO VITALE" userId="3a6b6f2d-ceea-4a5a-b4fe-aae62ca44617" providerId="ADAL" clId="{57CB957D-BD18-435A-880B-DE39F0A8B70B}" dt="2024-09-21T14:09:07.317" v="8102" actId="113"/>
          <ac:spMkLst>
            <pc:docMk/>
            <pc:sldMk cId="1094849372" sldId="262"/>
            <ac:spMk id="2" creationId="{0A6BCF94-F108-4D92-8C4F-CD9273947A31}"/>
          </ac:spMkLst>
        </pc:spChg>
        <pc:spChg chg="mod">
          <ac:chgData name="LUCIANO VITALE" userId="3a6b6f2d-ceea-4a5a-b4fe-aae62ca44617" providerId="ADAL" clId="{57CB957D-BD18-435A-880B-DE39F0A8B70B}" dt="2024-09-21T11:18:56.796" v="6962" actId="1076"/>
          <ac:spMkLst>
            <pc:docMk/>
            <pc:sldMk cId="1094849372" sldId="262"/>
            <ac:spMk id="13" creationId="{9E919846-BC4B-4ACE-EC4D-2A3F0F9035E3}"/>
          </ac:spMkLst>
        </pc:spChg>
        <pc:picChg chg="mod">
          <ac:chgData name="LUCIANO VITALE" userId="3a6b6f2d-ceea-4a5a-b4fe-aae62ca44617" providerId="ADAL" clId="{57CB957D-BD18-435A-880B-DE39F0A8B70B}" dt="2024-09-21T11:18:31.485" v="6960" actId="1076"/>
          <ac:picMkLst>
            <pc:docMk/>
            <pc:sldMk cId="1094849372" sldId="262"/>
            <ac:picMk id="4" creationId="{4B216623-4B59-4FC0-8E90-468349035D24}"/>
          </ac:picMkLst>
        </pc:picChg>
        <pc:picChg chg="mod">
          <ac:chgData name="LUCIANO VITALE" userId="3a6b6f2d-ceea-4a5a-b4fe-aae62ca44617" providerId="ADAL" clId="{57CB957D-BD18-435A-880B-DE39F0A8B70B}" dt="2024-09-21T11:18:49.253" v="6961" actId="1076"/>
          <ac:picMkLst>
            <pc:docMk/>
            <pc:sldMk cId="1094849372" sldId="262"/>
            <ac:picMk id="12" creationId="{EC7C1579-560A-065D-A0F2-D1530D3B1C66}"/>
          </ac:picMkLst>
        </pc:picChg>
      </pc:sldChg>
      <pc:sldChg chg="modSp mod">
        <pc:chgData name="LUCIANO VITALE" userId="3a6b6f2d-ceea-4a5a-b4fe-aae62ca44617" providerId="ADAL" clId="{57CB957D-BD18-435A-880B-DE39F0A8B70B}" dt="2024-09-21T11:57:49" v="7440" actId="113"/>
        <pc:sldMkLst>
          <pc:docMk/>
          <pc:sldMk cId="2348334368" sldId="302"/>
        </pc:sldMkLst>
        <pc:spChg chg="mod">
          <ac:chgData name="LUCIANO VITALE" userId="3a6b6f2d-ceea-4a5a-b4fe-aae62ca44617" providerId="ADAL" clId="{57CB957D-BD18-435A-880B-DE39F0A8B70B}" dt="2024-09-21T11:57:49" v="7440" actId="113"/>
          <ac:spMkLst>
            <pc:docMk/>
            <pc:sldMk cId="2348334368" sldId="302"/>
            <ac:spMk id="2" creationId="{0A6BCF94-F108-4D92-8C4F-CD9273947A31}"/>
          </ac:spMkLst>
        </pc:spChg>
        <pc:spChg chg="mod">
          <ac:chgData name="LUCIANO VITALE" userId="3a6b6f2d-ceea-4a5a-b4fe-aae62ca44617" providerId="ADAL" clId="{57CB957D-BD18-435A-880B-DE39F0A8B70B}" dt="2024-09-21T11:29:31.841" v="7214" actId="20577"/>
          <ac:spMkLst>
            <pc:docMk/>
            <pc:sldMk cId="2348334368" sldId="302"/>
            <ac:spMk id="13" creationId="{9E919846-BC4B-4ACE-EC4D-2A3F0F9035E3}"/>
          </ac:spMkLst>
        </pc:spChg>
        <pc:picChg chg="mod">
          <ac:chgData name="LUCIANO VITALE" userId="3a6b6f2d-ceea-4a5a-b4fe-aae62ca44617" providerId="ADAL" clId="{57CB957D-BD18-435A-880B-DE39F0A8B70B}" dt="2024-06-24T12:09:54.819" v="143" actId="1076"/>
          <ac:picMkLst>
            <pc:docMk/>
            <pc:sldMk cId="2348334368" sldId="302"/>
            <ac:picMk id="4" creationId="{4B216623-4B59-4FC0-8E90-468349035D24}"/>
          </ac:picMkLst>
        </pc:picChg>
        <pc:picChg chg="mod">
          <ac:chgData name="LUCIANO VITALE" userId="3a6b6f2d-ceea-4a5a-b4fe-aae62ca44617" providerId="ADAL" clId="{57CB957D-BD18-435A-880B-DE39F0A8B70B}" dt="2024-09-21T11:20:44.865" v="7011" actId="1076"/>
          <ac:picMkLst>
            <pc:docMk/>
            <pc:sldMk cId="2348334368" sldId="302"/>
            <ac:picMk id="12" creationId="{EC7C1579-560A-065D-A0F2-D1530D3B1C66}"/>
          </ac:picMkLst>
        </pc:picChg>
      </pc:sldChg>
      <pc:sldChg chg="modSp mod">
        <pc:chgData name="LUCIANO VITALE" userId="3a6b6f2d-ceea-4a5a-b4fe-aae62ca44617" providerId="ADAL" clId="{57CB957D-BD18-435A-880B-DE39F0A8B70B}" dt="2024-09-21T14:11:21.558" v="8123" actId="113"/>
        <pc:sldMkLst>
          <pc:docMk/>
          <pc:sldMk cId="4063153347" sldId="306"/>
        </pc:sldMkLst>
        <pc:spChg chg="mod">
          <ac:chgData name="LUCIANO VITALE" userId="3a6b6f2d-ceea-4a5a-b4fe-aae62ca44617" providerId="ADAL" clId="{57CB957D-BD18-435A-880B-DE39F0A8B70B}" dt="2024-06-25T17:00:24.059" v="5441" actId="20577"/>
          <ac:spMkLst>
            <pc:docMk/>
            <pc:sldMk cId="4063153347" sldId="306"/>
            <ac:spMk id="6" creationId="{2BE43867-76B4-6588-7B55-F959A40CAD54}"/>
          </ac:spMkLst>
        </pc:spChg>
        <pc:spChg chg="mod">
          <ac:chgData name="LUCIANO VITALE" userId="3a6b6f2d-ceea-4a5a-b4fe-aae62ca44617" providerId="ADAL" clId="{57CB957D-BD18-435A-880B-DE39F0A8B70B}" dt="2024-09-21T14:11:21.558" v="8123" actId="113"/>
          <ac:spMkLst>
            <pc:docMk/>
            <pc:sldMk cId="4063153347" sldId="306"/>
            <ac:spMk id="12" creationId="{F8FA7DFD-E4F0-EC5C-698E-28A670D86BF7}"/>
          </ac:spMkLst>
        </pc:spChg>
        <pc:picChg chg="mod">
          <ac:chgData name="LUCIANO VITALE" userId="3a6b6f2d-ceea-4a5a-b4fe-aae62ca44617" providerId="ADAL" clId="{57CB957D-BD18-435A-880B-DE39F0A8B70B}" dt="2024-09-21T13:46:36.169" v="7784" actId="1076"/>
          <ac:picMkLst>
            <pc:docMk/>
            <pc:sldMk cId="4063153347" sldId="306"/>
            <ac:picMk id="4" creationId="{59058CB7-631F-000E-D9FC-07B5693A8F16}"/>
          </ac:picMkLst>
        </pc:picChg>
      </pc:sldChg>
      <pc:sldChg chg="addSp delSp modSp del mod setBg">
        <pc:chgData name="LUCIANO VITALE" userId="3a6b6f2d-ceea-4a5a-b4fe-aae62ca44617" providerId="ADAL" clId="{57CB957D-BD18-435A-880B-DE39F0A8B70B}" dt="2024-06-24T16:10:11.264" v="3016" actId="47"/>
        <pc:sldMkLst>
          <pc:docMk/>
          <pc:sldMk cId="2587900696" sldId="307"/>
        </pc:sldMkLst>
        <pc:spChg chg="add mod">
          <ac:chgData name="LUCIANO VITALE" userId="3a6b6f2d-ceea-4a5a-b4fe-aae62ca44617" providerId="ADAL" clId="{57CB957D-BD18-435A-880B-DE39F0A8B70B}" dt="2024-06-24T14:36:37.622" v="1964"/>
          <ac:spMkLst>
            <pc:docMk/>
            <pc:sldMk cId="2587900696" sldId="307"/>
            <ac:spMk id="2" creationId="{8D9DF528-1BA0-DDC3-73BB-7D63EECED452}"/>
          </ac:spMkLst>
        </pc:spChg>
        <pc:spChg chg="add del mod">
          <ac:chgData name="LUCIANO VITALE" userId="3a6b6f2d-ceea-4a5a-b4fe-aae62ca44617" providerId="ADAL" clId="{57CB957D-BD18-435A-880B-DE39F0A8B70B}" dt="2024-06-24T14:37:16.198" v="1968" actId="21"/>
          <ac:spMkLst>
            <pc:docMk/>
            <pc:sldMk cId="2587900696" sldId="307"/>
            <ac:spMk id="3" creationId="{B90AA593-54F0-891E-D93F-AFE7CC0BB81B}"/>
          </ac:spMkLst>
        </pc:spChg>
        <pc:spChg chg="mod">
          <ac:chgData name="LUCIANO VITALE" userId="3a6b6f2d-ceea-4a5a-b4fe-aae62ca44617" providerId="ADAL" clId="{57CB957D-BD18-435A-880B-DE39F0A8B70B}" dt="2024-06-24T16:07:16.358" v="3015" actId="26606"/>
          <ac:spMkLst>
            <pc:docMk/>
            <pc:sldMk cId="2587900696" sldId="307"/>
            <ac:spMk id="4" creationId="{85151BB3-2D36-CE80-7473-408965790093}"/>
          </ac:spMkLst>
        </pc:spChg>
        <pc:spChg chg="ord">
          <ac:chgData name="LUCIANO VITALE" userId="3a6b6f2d-ceea-4a5a-b4fe-aae62ca44617" providerId="ADAL" clId="{57CB957D-BD18-435A-880B-DE39F0A8B70B}" dt="2024-06-24T16:07:16.358" v="3015" actId="26606"/>
          <ac:spMkLst>
            <pc:docMk/>
            <pc:sldMk cId="2587900696" sldId="307"/>
            <ac:spMk id="5" creationId="{471A8D91-4295-6A7F-30DF-D62131483CFA}"/>
          </ac:spMkLst>
        </pc:spChg>
        <pc:spChg chg="mod">
          <ac:chgData name="LUCIANO VITALE" userId="3a6b6f2d-ceea-4a5a-b4fe-aae62ca44617" providerId="ADAL" clId="{57CB957D-BD18-435A-880B-DE39F0A8B70B}" dt="2024-06-24T16:07:16.358" v="3015" actId="26606"/>
          <ac:spMkLst>
            <pc:docMk/>
            <pc:sldMk cId="2587900696" sldId="307"/>
            <ac:spMk id="10" creationId="{898C8E4C-C149-8BED-B905-156B027FD817}"/>
          </ac:spMkLst>
        </pc:spChg>
        <pc:spChg chg="del">
          <ac:chgData name="LUCIANO VITALE" userId="3a6b6f2d-ceea-4a5a-b4fe-aae62ca44617" providerId="ADAL" clId="{57CB957D-BD18-435A-880B-DE39F0A8B70B}" dt="2024-06-24T14:36:31.175" v="1960" actId="21"/>
          <ac:spMkLst>
            <pc:docMk/>
            <pc:sldMk cId="2587900696" sldId="307"/>
            <ac:spMk id="11" creationId="{8D9DF528-1BA0-DDC3-73BB-7D63EECED452}"/>
          </ac:spMkLst>
        </pc:spChg>
        <pc:spChg chg="add">
          <ac:chgData name="LUCIANO VITALE" userId="3a6b6f2d-ceea-4a5a-b4fe-aae62ca44617" providerId="ADAL" clId="{57CB957D-BD18-435A-880B-DE39F0A8B70B}" dt="2024-06-24T16:07:16.358" v="3015" actId="26606"/>
          <ac:spMkLst>
            <pc:docMk/>
            <pc:sldMk cId="2587900696" sldId="307"/>
            <ac:spMk id="15" creationId="{201CC55D-ED54-4C5C-95E6-10947BD1103B}"/>
          </ac:spMkLst>
        </pc:spChg>
        <pc:spChg chg="add">
          <ac:chgData name="LUCIANO VITALE" userId="3a6b6f2d-ceea-4a5a-b4fe-aae62ca44617" providerId="ADAL" clId="{57CB957D-BD18-435A-880B-DE39F0A8B70B}" dt="2024-06-24T16:07:16.358" v="3015" actId="26606"/>
          <ac:spMkLst>
            <pc:docMk/>
            <pc:sldMk cId="2587900696" sldId="307"/>
            <ac:spMk id="21" creationId="{3873B707-463F-40B0-8227-E8CC6C67EB25}"/>
          </ac:spMkLst>
        </pc:spChg>
        <pc:spChg chg="add">
          <ac:chgData name="LUCIANO VITALE" userId="3a6b6f2d-ceea-4a5a-b4fe-aae62ca44617" providerId="ADAL" clId="{57CB957D-BD18-435A-880B-DE39F0A8B70B}" dt="2024-06-24T16:07:16.358" v="3015" actId="26606"/>
          <ac:spMkLst>
            <pc:docMk/>
            <pc:sldMk cId="2587900696" sldId="307"/>
            <ac:spMk id="23" creationId="{C13237C8-E62C-4F0D-A318-BD6FB6C2D138}"/>
          </ac:spMkLst>
        </pc:spChg>
        <pc:spChg chg="add">
          <ac:chgData name="LUCIANO VITALE" userId="3a6b6f2d-ceea-4a5a-b4fe-aae62ca44617" providerId="ADAL" clId="{57CB957D-BD18-435A-880B-DE39F0A8B70B}" dt="2024-06-24T16:07:16.358" v="3015" actId="26606"/>
          <ac:spMkLst>
            <pc:docMk/>
            <pc:sldMk cId="2587900696" sldId="307"/>
            <ac:spMk id="25" creationId="{19C9EAEA-39D0-4B0E-A0EB-51E7B26740B1}"/>
          </ac:spMkLst>
        </pc:spChg>
        <pc:grpChg chg="add">
          <ac:chgData name="LUCIANO VITALE" userId="3a6b6f2d-ceea-4a5a-b4fe-aae62ca44617" providerId="ADAL" clId="{57CB957D-BD18-435A-880B-DE39F0A8B70B}" dt="2024-06-24T16:07:16.358" v="3015" actId="26606"/>
          <ac:grpSpMkLst>
            <pc:docMk/>
            <pc:sldMk cId="2587900696" sldId="307"/>
            <ac:grpSpMk id="17" creationId="{1DE889C7-FAD6-4397-98E2-05D503484459}"/>
          </ac:grpSpMkLst>
        </pc:grpChg>
        <pc:picChg chg="mod ord">
          <ac:chgData name="LUCIANO VITALE" userId="3a6b6f2d-ceea-4a5a-b4fe-aae62ca44617" providerId="ADAL" clId="{57CB957D-BD18-435A-880B-DE39F0A8B70B}" dt="2024-06-24T16:07:16.358" v="3015" actId="26606"/>
          <ac:picMkLst>
            <pc:docMk/>
            <pc:sldMk cId="2587900696" sldId="307"/>
            <ac:picMk id="8" creationId="{277BA99B-8491-D809-BEF0-60A05FA6CAB5}"/>
          </ac:picMkLst>
        </pc:picChg>
        <pc:picChg chg="del">
          <ac:chgData name="LUCIANO VITALE" userId="3a6b6f2d-ceea-4a5a-b4fe-aae62ca44617" providerId="ADAL" clId="{57CB957D-BD18-435A-880B-DE39F0A8B70B}" dt="2024-06-24T14:08:21.416" v="1834" actId="478"/>
          <ac:picMkLst>
            <pc:docMk/>
            <pc:sldMk cId="2587900696" sldId="307"/>
            <ac:picMk id="12" creationId="{1A99BFB1-F749-5F38-21F2-E84470ED3D3B}"/>
          </ac:picMkLst>
        </pc:picChg>
      </pc:sldChg>
      <pc:sldChg chg="addSp delSp modSp add mod ord">
        <pc:chgData name="LUCIANO VITALE" userId="3a6b6f2d-ceea-4a5a-b4fe-aae62ca44617" providerId="ADAL" clId="{57CB957D-BD18-435A-880B-DE39F0A8B70B}" dt="2024-09-21T14:10:46.677" v="8114" actId="113"/>
        <pc:sldMkLst>
          <pc:docMk/>
          <pc:sldMk cId="3895818777" sldId="307"/>
        </pc:sldMkLst>
        <pc:spChg chg="mod">
          <ac:chgData name="LUCIANO VITALE" userId="3a6b6f2d-ceea-4a5a-b4fe-aae62ca44617" providerId="ADAL" clId="{57CB957D-BD18-435A-880B-DE39F0A8B70B}" dt="2024-09-21T14:10:46.677" v="8114" actId="113"/>
          <ac:spMkLst>
            <pc:docMk/>
            <pc:sldMk cId="3895818777" sldId="307"/>
            <ac:spMk id="4" creationId="{85151BB3-2D36-CE80-7473-408965790093}"/>
          </ac:spMkLst>
        </pc:spChg>
        <pc:spChg chg="mod">
          <ac:chgData name="LUCIANO VITALE" userId="3a6b6f2d-ceea-4a5a-b4fe-aae62ca44617" providerId="ADAL" clId="{57CB957D-BD18-435A-880B-DE39F0A8B70B}" dt="2024-06-25T17:02:15.426" v="5461" actId="20577"/>
          <ac:spMkLst>
            <pc:docMk/>
            <pc:sldMk cId="3895818777" sldId="307"/>
            <ac:spMk id="10" creationId="{898C8E4C-C149-8BED-B905-156B027FD817}"/>
          </ac:spMkLst>
        </pc:spChg>
        <pc:picChg chg="add mod">
          <ac:chgData name="LUCIANO VITALE" userId="3a6b6f2d-ceea-4a5a-b4fe-aae62ca44617" providerId="ADAL" clId="{57CB957D-BD18-435A-880B-DE39F0A8B70B}" dt="2024-06-24T16:11:39.759" v="3031" actId="1076"/>
          <ac:picMkLst>
            <pc:docMk/>
            <pc:sldMk cId="3895818777" sldId="307"/>
            <ac:picMk id="3" creationId="{9B921B48-A152-DD09-3E9C-4A5D1BA726BB}"/>
          </ac:picMkLst>
        </pc:picChg>
        <pc:picChg chg="del mod">
          <ac:chgData name="LUCIANO VITALE" userId="3a6b6f2d-ceea-4a5a-b4fe-aae62ca44617" providerId="ADAL" clId="{57CB957D-BD18-435A-880B-DE39F0A8B70B}" dt="2024-06-24T16:11:16.478" v="3024" actId="478"/>
          <ac:picMkLst>
            <pc:docMk/>
            <pc:sldMk cId="3895818777" sldId="307"/>
            <ac:picMk id="8" creationId="{277BA99B-8491-D809-BEF0-60A05FA6CAB5}"/>
          </ac:picMkLst>
        </pc:picChg>
      </pc:sldChg>
      <pc:sldChg chg="addSp delSp modSp mod">
        <pc:chgData name="LUCIANO VITALE" userId="3a6b6f2d-ceea-4a5a-b4fe-aae62ca44617" providerId="ADAL" clId="{57CB957D-BD18-435A-880B-DE39F0A8B70B}" dt="2024-09-21T12:33:02.452" v="7681" actId="113"/>
        <pc:sldMkLst>
          <pc:docMk/>
          <pc:sldMk cId="1473679159" sldId="313"/>
        </pc:sldMkLst>
        <pc:spChg chg="add mod">
          <ac:chgData name="LUCIANO VITALE" userId="3a6b6f2d-ceea-4a5a-b4fe-aae62ca44617" providerId="ADAL" clId="{57CB957D-BD18-435A-880B-DE39F0A8B70B}" dt="2024-09-21T12:31:47.604" v="7674" actId="1076"/>
          <ac:spMkLst>
            <pc:docMk/>
            <pc:sldMk cId="1473679159" sldId="313"/>
            <ac:spMk id="2" creationId="{D79FB9E1-0F94-7D25-A921-ECAE19D26D07}"/>
          </ac:spMkLst>
        </pc:spChg>
        <pc:spChg chg="mod">
          <ac:chgData name="LUCIANO VITALE" userId="3a6b6f2d-ceea-4a5a-b4fe-aae62ca44617" providerId="ADAL" clId="{57CB957D-BD18-435A-880B-DE39F0A8B70B}" dt="2024-09-21T12:29:18.493" v="7615" actId="14100"/>
          <ac:spMkLst>
            <pc:docMk/>
            <pc:sldMk cId="1473679159" sldId="313"/>
            <ac:spMk id="11" creationId="{950F22A7-BF0D-8E84-D2F6-04C1198AEB8C}"/>
          </ac:spMkLst>
        </pc:spChg>
        <pc:spChg chg="mod">
          <ac:chgData name="LUCIANO VITALE" userId="3a6b6f2d-ceea-4a5a-b4fe-aae62ca44617" providerId="ADAL" clId="{57CB957D-BD18-435A-880B-DE39F0A8B70B}" dt="2024-09-21T12:29:44.497" v="7622" actId="1076"/>
          <ac:spMkLst>
            <pc:docMk/>
            <pc:sldMk cId="1473679159" sldId="313"/>
            <ac:spMk id="12" creationId="{2BD270F5-9B9D-24FC-BF40-1785B0EEE457}"/>
          </ac:spMkLst>
        </pc:spChg>
        <pc:spChg chg="del mod">
          <ac:chgData name="LUCIANO VITALE" userId="3a6b6f2d-ceea-4a5a-b4fe-aae62ca44617" providerId="ADAL" clId="{57CB957D-BD18-435A-880B-DE39F0A8B70B}" dt="2024-06-24T13:20:59.616" v="1630" actId="21"/>
          <ac:spMkLst>
            <pc:docMk/>
            <pc:sldMk cId="1473679159" sldId="313"/>
            <ac:spMk id="20" creationId="{D3FD5E89-B8BA-8412-5230-613BF051A99A}"/>
          </ac:spMkLst>
        </pc:spChg>
        <pc:spChg chg="mod ord">
          <ac:chgData name="LUCIANO VITALE" userId="3a6b6f2d-ceea-4a5a-b4fe-aae62ca44617" providerId="ADAL" clId="{57CB957D-BD18-435A-880B-DE39F0A8B70B}" dt="2024-09-21T12:32:44.219" v="7677" actId="113"/>
          <ac:spMkLst>
            <pc:docMk/>
            <pc:sldMk cId="1473679159" sldId="313"/>
            <ac:spMk id="22" creationId="{B62366D8-7C17-EC15-51CD-35B9CD4503BB}"/>
          </ac:spMkLst>
        </pc:spChg>
        <pc:spChg chg="add mod">
          <ac:chgData name="LUCIANO VITALE" userId="3a6b6f2d-ceea-4a5a-b4fe-aae62ca44617" providerId="ADAL" clId="{57CB957D-BD18-435A-880B-DE39F0A8B70B}" dt="2024-09-21T12:32:35.794" v="7676" actId="207"/>
          <ac:spMkLst>
            <pc:docMk/>
            <pc:sldMk cId="1473679159" sldId="313"/>
            <ac:spMk id="23" creationId="{D8756709-A2F2-E80C-E000-2DE8D66C0C16}"/>
          </ac:spMkLst>
        </pc:spChg>
        <pc:spChg chg="del mod">
          <ac:chgData name="LUCIANO VITALE" userId="3a6b6f2d-ceea-4a5a-b4fe-aae62ca44617" providerId="ADAL" clId="{57CB957D-BD18-435A-880B-DE39F0A8B70B}" dt="2024-06-24T13:20:06.751" v="1620" actId="21"/>
          <ac:spMkLst>
            <pc:docMk/>
            <pc:sldMk cId="1473679159" sldId="313"/>
            <ac:spMk id="24" creationId="{CCFC43FF-78FA-1FEA-E352-502C54310F83}"/>
          </ac:spMkLst>
        </pc:spChg>
        <pc:spChg chg="del">
          <ac:chgData name="LUCIANO VITALE" userId="3a6b6f2d-ceea-4a5a-b4fe-aae62ca44617" providerId="ADAL" clId="{57CB957D-BD18-435A-880B-DE39F0A8B70B}" dt="2024-06-24T13:20:41.994" v="1628" actId="21"/>
          <ac:spMkLst>
            <pc:docMk/>
            <pc:sldMk cId="1473679159" sldId="313"/>
            <ac:spMk id="25" creationId="{ADB25E66-EE21-383B-759F-D53B4E7BC55E}"/>
          </ac:spMkLst>
        </pc:spChg>
        <pc:spChg chg="del mod">
          <ac:chgData name="LUCIANO VITALE" userId="3a6b6f2d-ceea-4a5a-b4fe-aae62ca44617" providerId="ADAL" clId="{57CB957D-BD18-435A-880B-DE39F0A8B70B}" dt="2024-06-24T13:20:11.317" v="1621" actId="21"/>
          <ac:spMkLst>
            <pc:docMk/>
            <pc:sldMk cId="1473679159" sldId="313"/>
            <ac:spMk id="26" creationId="{2173DB26-1499-461E-553D-83BEDC55A77C}"/>
          </ac:spMkLst>
        </pc:spChg>
        <pc:spChg chg="del">
          <ac:chgData name="LUCIANO VITALE" userId="3a6b6f2d-ceea-4a5a-b4fe-aae62ca44617" providerId="ADAL" clId="{57CB957D-BD18-435A-880B-DE39F0A8B70B}" dt="2024-06-24T13:20:30.639" v="1626" actId="21"/>
          <ac:spMkLst>
            <pc:docMk/>
            <pc:sldMk cId="1473679159" sldId="313"/>
            <ac:spMk id="27" creationId="{F69BB52C-323D-B4F0-7451-A9CAFD048CD5}"/>
          </ac:spMkLst>
        </pc:spChg>
        <pc:spChg chg="del">
          <ac:chgData name="LUCIANO VITALE" userId="3a6b6f2d-ceea-4a5a-b4fe-aae62ca44617" providerId="ADAL" clId="{57CB957D-BD18-435A-880B-DE39F0A8B70B}" dt="2024-06-24T13:20:15.598" v="1622" actId="21"/>
          <ac:spMkLst>
            <pc:docMk/>
            <pc:sldMk cId="1473679159" sldId="313"/>
            <ac:spMk id="28" creationId="{173755BB-8344-3F50-8851-AADD29ADE110}"/>
          </ac:spMkLst>
        </pc:spChg>
        <pc:spChg chg="del">
          <ac:chgData name="LUCIANO VITALE" userId="3a6b6f2d-ceea-4a5a-b4fe-aae62ca44617" providerId="ADAL" clId="{57CB957D-BD18-435A-880B-DE39F0A8B70B}" dt="2024-06-24T13:20:35.107" v="1627" actId="21"/>
          <ac:spMkLst>
            <pc:docMk/>
            <pc:sldMk cId="1473679159" sldId="313"/>
            <ac:spMk id="29" creationId="{C0E72BAE-30F8-0EF6-D995-775A21745420}"/>
          </ac:spMkLst>
        </pc:spChg>
        <pc:spChg chg="add mod ord">
          <ac:chgData name="LUCIANO VITALE" userId="3a6b6f2d-ceea-4a5a-b4fe-aae62ca44617" providerId="ADAL" clId="{57CB957D-BD18-435A-880B-DE39F0A8B70B}" dt="2024-06-24T13:24:13.717" v="1661" actId="166"/>
          <ac:spMkLst>
            <pc:docMk/>
            <pc:sldMk cId="1473679159" sldId="313"/>
            <ac:spMk id="30" creationId="{ABC92EE6-F775-153E-28EF-C012CC5FC037}"/>
          </ac:spMkLst>
        </pc:spChg>
        <pc:spChg chg="del mod">
          <ac:chgData name="LUCIANO VITALE" userId="3a6b6f2d-ceea-4a5a-b4fe-aae62ca44617" providerId="ADAL" clId="{57CB957D-BD18-435A-880B-DE39F0A8B70B}" dt="2024-06-24T13:21:02.848" v="1631" actId="21"/>
          <ac:spMkLst>
            <pc:docMk/>
            <pc:sldMk cId="1473679159" sldId="313"/>
            <ac:spMk id="31" creationId="{38997FDD-E41E-D840-2F7A-C420C47C7ACB}"/>
          </ac:spMkLst>
        </pc:spChg>
        <pc:spChg chg="mod">
          <ac:chgData name="LUCIANO VITALE" userId="3a6b6f2d-ceea-4a5a-b4fe-aae62ca44617" providerId="ADAL" clId="{57CB957D-BD18-435A-880B-DE39F0A8B70B}" dt="2024-09-21T12:29:23.817" v="7616" actId="14100"/>
          <ac:spMkLst>
            <pc:docMk/>
            <pc:sldMk cId="1473679159" sldId="313"/>
            <ac:spMk id="33" creationId="{38593532-07F3-4CE6-2EDF-9615D8CA9DA1}"/>
          </ac:spMkLst>
        </pc:spChg>
        <pc:spChg chg="mod">
          <ac:chgData name="LUCIANO VITALE" userId="3a6b6f2d-ceea-4a5a-b4fe-aae62ca44617" providerId="ADAL" clId="{57CB957D-BD18-435A-880B-DE39F0A8B70B}" dt="2024-09-21T12:29:55.152" v="7626" actId="1076"/>
          <ac:spMkLst>
            <pc:docMk/>
            <pc:sldMk cId="1473679159" sldId="313"/>
            <ac:spMk id="34" creationId="{5BA7D8C1-3877-BDE9-4968-497CF8F1C9B2}"/>
          </ac:spMkLst>
        </pc:spChg>
        <pc:spChg chg="del mod">
          <ac:chgData name="LUCIANO VITALE" userId="3a6b6f2d-ceea-4a5a-b4fe-aae62ca44617" providerId="ADAL" clId="{57CB957D-BD18-435A-880B-DE39F0A8B70B}" dt="2024-06-24T13:16:29.908" v="1511" actId="21"/>
          <ac:spMkLst>
            <pc:docMk/>
            <pc:sldMk cId="1473679159" sldId="313"/>
            <ac:spMk id="38" creationId="{EBB4031E-5680-2C5A-5669-325A81D90A57}"/>
          </ac:spMkLst>
        </pc:spChg>
        <pc:spChg chg="del mod">
          <ac:chgData name="LUCIANO VITALE" userId="3a6b6f2d-ceea-4a5a-b4fe-aae62ca44617" providerId="ADAL" clId="{57CB957D-BD18-435A-880B-DE39F0A8B70B}" dt="2024-06-24T13:28:33.618" v="1707" actId="21"/>
          <ac:spMkLst>
            <pc:docMk/>
            <pc:sldMk cId="1473679159" sldId="313"/>
            <ac:spMk id="42" creationId="{11EE6BD3-01EA-27E2-A7F9-4A30298C97D5}"/>
          </ac:spMkLst>
        </pc:spChg>
        <pc:spChg chg="del">
          <ac:chgData name="LUCIANO VITALE" userId="3a6b6f2d-ceea-4a5a-b4fe-aae62ca44617" providerId="ADAL" clId="{57CB957D-BD18-435A-880B-DE39F0A8B70B}" dt="2024-06-24T13:20:00.442" v="1619" actId="21"/>
          <ac:spMkLst>
            <pc:docMk/>
            <pc:sldMk cId="1473679159" sldId="313"/>
            <ac:spMk id="54" creationId="{1756D32E-0646-AA2A-66BD-5CF112BABFC6}"/>
          </ac:spMkLst>
        </pc:spChg>
        <pc:spChg chg="del">
          <ac:chgData name="LUCIANO VITALE" userId="3a6b6f2d-ceea-4a5a-b4fe-aae62ca44617" providerId="ADAL" clId="{57CB957D-BD18-435A-880B-DE39F0A8B70B}" dt="2024-06-24T13:20:19.657" v="1623" actId="21"/>
          <ac:spMkLst>
            <pc:docMk/>
            <pc:sldMk cId="1473679159" sldId="313"/>
            <ac:spMk id="55" creationId="{9729F2D7-0883-41D6-287F-FF7C4AE8291B}"/>
          </ac:spMkLst>
        </pc:spChg>
        <pc:spChg chg="mod">
          <ac:chgData name="LUCIANO VITALE" userId="3a6b6f2d-ceea-4a5a-b4fe-aae62ca44617" providerId="ADAL" clId="{57CB957D-BD18-435A-880B-DE39F0A8B70B}" dt="2024-06-24T13:33:25.619" v="1765" actId="1076"/>
          <ac:spMkLst>
            <pc:docMk/>
            <pc:sldMk cId="1473679159" sldId="313"/>
            <ac:spMk id="56" creationId="{00395C5B-6465-B56E-CDDE-3621AA5068BD}"/>
          </ac:spMkLst>
        </pc:spChg>
        <pc:spChg chg="add mod">
          <ac:chgData name="LUCIANO VITALE" userId="3a6b6f2d-ceea-4a5a-b4fe-aae62ca44617" providerId="ADAL" clId="{57CB957D-BD18-435A-880B-DE39F0A8B70B}" dt="2024-09-21T12:33:02.452" v="7681" actId="113"/>
          <ac:spMkLst>
            <pc:docMk/>
            <pc:sldMk cId="1473679159" sldId="313"/>
            <ac:spMk id="65" creationId="{1592BF9F-A048-96F4-42D6-6EAB82E2C3C8}"/>
          </ac:spMkLst>
        </pc:spChg>
        <pc:spChg chg="add mod">
          <ac:chgData name="LUCIANO VITALE" userId="3a6b6f2d-ceea-4a5a-b4fe-aae62ca44617" providerId="ADAL" clId="{57CB957D-BD18-435A-880B-DE39F0A8B70B}" dt="2024-06-24T13:36:27.491" v="1787" actId="1076"/>
          <ac:spMkLst>
            <pc:docMk/>
            <pc:sldMk cId="1473679159" sldId="313"/>
            <ac:spMk id="66" creationId="{10D7ABDB-8074-1EEA-1567-057CA6988B31}"/>
          </ac:spMkLst>
        </pc:spChg>
        <pc:spChg chg="add del mod ord">
          <ac:chgData name="LUCIANO VITALE" userId="3a6b6f2d-ceea-4a5a-b4fe-aae62ca44617" providerId="ADAL" clId="{57CB957D-BD18-435A-880B-DE39F0A8B70B}" dt="2024-09-21T12:31:38.689" v="7673" actId="21"/>
          <ac:spMkLst>
            <pc:docMk/>
            <pc:sldMk cId="1473679159" sldId="313"/>
            <ac:spMk id="72" creationId="{6ACEDB02-8382-FF36-5A05-FA41434F3EF3}"/>
          </ac:spMkLst>
        </pc:spChg>
        <pc:spChg chg="mod ord">
          <ac:chgData name="LUCIANO VITALE" userId="3a6b6f2d-ceea-4a5a-b4fe-aae62ca44617" providerId="ADAL" clId="{57CB957D-BD18-435A-880B-DE39F0A8B70B}" dt="2024-09-21T12:32:47.867" v="7678" actId="113"/>
          <ac:spMkLst>
            <pc:docMk/>
            <pc:sldMk cId="1473679159" sldId="313"/>
            <ac:spMk id="82" creationId="{F88F6C09-AE99-7CC0-AF23-B637C235D1A6}"/>
          </ac:spMkLst>
        </pc:spChg>
        <pc:spChg chg="mod">
          <ac:chgData name="LUCIANO VITALE" userId="3a6b6f2d-ceea-4a5a-b4fe-aae62ca44617" providerId="ADAL" clId="{57CB957D-BD18-435A-880B-DE39F0A8B70B}" dt="2024-09-21T12:32:52.716" v="7679" actId="113"/>
          <ac:spMkLst>
            <pc:docMk/>
            <pc:sldMk cId="1473679159" sldId="313"/>
            <ac:spMk id="85" creationId="{E71E8DF6-155C-A287-11FC-7136BFCAF8C8}"/>
          </ac:spMkLst>
        </pc:spChg>
        <pc:spChg chg="mod">
          <ac:chgData name="LUCIANO VITALE" userId="3a6b6f2d-ceea-4a5a-b4fe-aae62ca44617" providerId="ADAL" clId="{57CB957D-BD18-435A-880B-DE39F0A8B70B}" dt="2024-06-24T13:36:37.353" v="1788" actId="1076"/>
          <ac:spMkLst>
            <pc:docMk/>
            <pc:sldMk cId="1473679159" sldId="313"/>
            <ac:spMk id="86" creationId="{FFAD0132-7D4E-EAE8-D11B-549C5FFD1FDE}"/>
          </ac:spMkLst>
        </pc:spChg>
        <pc:spChg chg="del mod">
          <ac:chgData name="LUCIANO VITALE" userId="3a6b6f2d-ceea-4a5a-b4fe-aae62ca44617" providerId="ADAL" clId="{57CB957D-BD18-435A-880B-DE39F0A8B70B}" dt="2024-06-24T13:28:39.904" v="1708" actId="21"/>
          <ac:spMkLst>
            <pc:docMk/>
            <pc:sldMk cId="1473679159" sldId="313"/>
            <ac:spMk id="87" creationId="{1195028D-41EC-662E-C5A3-EFC455E4DF30}"/>
          </ac:spMkLst>
        </pc:spChg>
        <pc:spChg chg="del mod">
          <ac:chgData name="LUCIANO VITALE" userId="3a6b6f2d-ceea-4a5a-b4fe-aae62ca44617" providerId="ADAL" clId="{57CB957D-BD18-435A-880B-DE39F0A8B70B}" dt="2024-06-24T13:28:28.120" v="1706" actId="21"/>
          <ac:spMkLst>
            <pc:docMk/>
            <pc:sldMk cId="1473679159" sldId="313"/>
            <ac:spMk id="88" creationId="{2A9EFD36-E5CA-CBF8-0D6A-CB9961D4795C}"/>
          </ac:spMkLst>
        </pc:spChg>
        <pc:spChg chg="del mod">
          <ac:chgData name="LUCIANO VITALE" userId="3a6b6f2d-ceea-4a5a-b4fe-aae62ca44617" providerId="ADAL" clId="{57CB957D-BD18-435A-880B-DE39F0A8B70B}" dt="2024-06-24T13:17:50.435" v="1602" actId="21"/>
          <ac:spMkLst>
            <pc:docMk/>
            <pc:sldMk cId="1473679159" sldId="313"/>
            <ac:spMk id="102" creationId="{ECFCEF03-415C-E49E-E726-5123FB38296D}"/>
          </ac:spMkLst>
        </pc:spChg>
        <pc:spChg chg="del">
          <ac:chgData name="LUCIANO VITALE" userId="3a6b6f2d-ceea-4a5a-b4fe-aae62ca44617" providerId="ADAL" clId="{57CB957D-BD18-435A-880B-DE39F0A8B70B}" dt="2024-06-24T13:18:37.015" v="1609" actId="21"/>
          <ac:spMkLst>
            <pc:docMk/>
            <pc:sldMk cId="1473679159" sldId="313"/>
            <ac:spMk id="103" creationId="{D0603F3A-AF85-186A-3605-830EA4BE9A6C}"/>
          </ac:spMkLst>
        </pc:spChg>
        <pc:spChg chg="del">
          <ac:chgData name="LUCIANO VITALE" userId="3a6b6f2d-ceea-4a5a-b4fe-aae62ca44617" providerId="ADAL" clId="{57CB957D-BD18-435A-880B-DE39F0A8B70B}" dt="2024-06-24T13:18:44.285" v="1611" actId="21"/>
          <ac:spMkLst>
            <pc:docMk/>
            <pc:sldMk cId="1473679159" sldId="313"/>
            <ac:spMk id="104" creationId="{124BA91D-A292-992D-8322-5C48EBC16243}"/>
          </ac:spMkLst>
        </pc:spChg>
        <pc:spChg chg="add mod">
          <ac:chgData name="LUCIANO VITALE" userId="3a6b6f2d-ceea-4a5a-b4fe-aae62ca44617" providerId="ADAL" clId="{57CB957D-BD18-435A-880B-DE39F0A8B70B}" dt="2024-09-21T12:30:45.342" v="7650" actId="1076"/>
          <ac:spMkLst>
            <pc:docMk/>
            <pc:sldMk cId="1473679159" sldId="313"/>
            <ac:spMk id="108" creationId="{50EDAF26-EC93-D7F1-2387-8E4454EA15E5}"/>
          </ac:spMkLst>
        </pc:spChg>
        <pc:spChg chg="add mod ord">
          <ac:chgData name="LUCIANO VITALE" userId="3a6b6f2d-ceea-4a5a-b4fe-aae62ca44617" providerId="ADAL" clId="{57CB957D-BD18-435A-880B-DE39F0A8B70B}" dt="2024-06-24T13:37:17.120" v="1794" actId="1076"/>
          <ac:spMkLst>
            <pc:docMk/>
            <pc:sldMk cId="1473679159" sldId="313"/>
            <ac:spMk id="110" creationId="{F3B13FB0-5A10-F937-ADAC-27AC33743813}"/>
          </ac:spMkLst>
        </pc:spChg>
        <pc:spChg chg="del">
          <ac:chgData name="LUCIANO VITALE" userId="3a6b6f2d-ceea-4a5a-b4fe-aae62ca44617" providerId="ADAL" clId="{57CB957D-BD18-435A-880B-DE39F0A8B70B}" dt="2024-06-24T13:18:33.414" v="1608" actId="21"/>
          <ac:spMkLst>
            <pc:docMk/>
            <pc:sldMk cId="1473679159" sldId="313"/>
            <ac:spMk id="111" creationId="{5D7E85BC-1A64-6A48-B000-77EA0C9FABA8}"/>
          </ac:spMkLst>
        </pc:spChg>
        <pc:spChg chg="del">
          <ac:chgData name="LUCIANO VITALE" userId="3a6b6f2d-ceea-4a5a-b4fe-aae62ca44617" providerId="ADAL" clId="{57CB957D-BD18-435A-880B-DE39F0A8B70B}" dt="2024-06-24T13:18:58.784" v="1613" actId="21"/>
          <ac:spMkLst>
            <pc:docMk/>
            <pc:sldMk cId="1473679159" sldId="313"/>
            <ac:spMk id="112" creationId="{9912EBCA-90CC-2FB0-2E4D-A4C0826AAD6D}"/>
          </ac:spMkLst>
        </pc:spChg>
        <pc:spChg chg="del">
          <ac:chgData name="LUCIANO VITALE" userId="3a6b6f2d-ceea-4a5a-b4fe-aae62ca44617" providerId="ADAL" clId="{57CB957D-BD18-435A-880B-DE39F0A8B70B}" dt="2024-06-24T13:19:12.433" v="1616" actId="21"/>
          <ac:spMkLst>
            <pc:docMk/>
            <pc:sldMk cId="1473679159" sldId="313"/>
            <ac:spMk id="113" creationId="{48CC0207-01A1-F22C-B2BC-B357C72FFA64}"/>
          </ac:spMkLst>
        </pc:spChg>
        <pc:spChg chg="add mod">
          <ac:chgData name="LUCIANO VITALE" userId="3a6b6f2d-ceea-4a5a-b4fe-aae62ca44617" providerId="ADAL" clId="{57CB957D-BD18-435A-880B-DE39F0A8B70B}" dt="2024-06-24T13:38:05.497" v="1799" actId="1076"/>
          <ac:spMkLst>
            <pc:docMk/>
            <pc:sldMk cId="1473679159" sldId="313"/>
            <ac:spMk id="114" creationId="{F3CA2EBD-2C7E-D65A-DA1F-127D2374C8AE}"/>
          </ac:spMkLst>
        </pc:spChg>
        <pc:spChg chg="del mod">
          <ac:chgData name="LUCIANO VITALE" userId="3a6b6f2d-ceea-4a5a-b4fe-aae62ca44617" providerId="ADAL" clId="{57CB957D-BD18-435A-880B-DE39F0A8B70B}" dt="2024-06-24T13:18:05.382" v="1605" actId="21"/>
          <ac:spMkLst>
            <pc:docMk/>
            <pc:sldMk cId="1473679159" sldId="313"/>
            <ac:spMk id="116" creationId="{3613ABB9-E440-B144-B0FE-7EB1294A3ED1}"/>
          </ac:spMkLst>
        </pc:spChg>
        <pc:spChg chg="del">
          <ac:chgData name="LUCIANO VITALE" userId="3a6b6f2d-ceea-4a5a-b4fe-aae62ca44617" providerId="ADAL" clId="{57CB957D-BD18-435A-880B-DE39F0A8B70B}" dt="2024-06-24T13:18:48.878" v="1612" actId="21"/>
          <ac:spMkLst>
            <pc:docMk/>
            <pc:sldMk cId="1473679159" sldId="313"/>
            <ac:spMk id="117" creationId="{088013BF-ADD7-D0BC-A6A0-0430F1FE0345}"/>
          </ac:spMkLst>
        </pc:spChg>
        <pc:spChg chg="del">
          <ac:chgData name="LUCIANO VITALE" userId="3a6b6f2d-ceea-4a5a-b4fe-aae62ca44617" providerId="ADAL" clId="{57CB957D-BD18-435A-880B-DE39F0A8B70B}" dt="2024-06-24T13:19:06.795" v="1615" actId="21"/>
          <ac:spMkLst>
            <pc:docMk/>
            <pc:sldMk cId="1473679159" sldId="313"/>
            <ac:spMk id="123" creationId="{A1B76E97-B3CE-9495-C965-7D60D52807B6}"/>
          </ac:spMkLst>
        </pc:spChg>
        <pc:cxnChg chg="del mod">
          <ac:chgData name="LUCIANO VITALE" userId="3a6b6f2d-ceea-4a5a-b4fe-aae62ca44617" providerId="ADAL" clId="{57CB957D-BD18-435A-880B-DE39F0A8B70B}" dt="2024-06-24T13:20:25.827" v="1625" actId="21"/>
          <ac:cxnSpMkLst>
            <pc:docMk/>
            <pc:sldMk cId="1473679159" sldId="313"/>
            <ac:cxnSpMk id="49" creationId="{A28BA6CD-1FC6-D626-8A14-014DBECFDF01}"/>
          </ac:cxnSpMkLst>
        </pc:cxnChg>
        <pc:cxnChg chg="del mod">
          <ac:chgData name="LUCIANO VITALE" userId="3a6b6f2d-ceea-4a5a-b4fe-aae62ca44617" providerId="ADAL" clId="{57CB957D-BD18-435A-880B-DE39F0A8B70B}" dt="2024-06-24T13:20:23.125" v="1624" actId="21"/>
          <ac:cxnSpMkLst>
            <pc:docMk/>
            <pc:sldMk cId="1473679159" sldId="313"/>
            <ac:cxnSpMk id="52" creationId="{253DD844-C03C-3545-9506-E346A7BB6348}"/>
          </ac:cxnSpMkLst>
        </pc:cxnChg>
        <pc:cxnChg chg="add mod">
          <ac:chgData name="LUCIANO VITALE" userId="3a6b6f2d-ceea-4a5a-b4fe-aae62ca44617" providerId="ADAL" clId="{57CB957D-BD18-435A-880B-DE39F0A8B70B}" dt="2024-06-24T13:34:41.751" v="1773" actId="14100"/>
          <ac:cxnSpMkLst>
            <pc:docMk/>
            <pc:sldMk cId="1473679159" sldId="313"/>
            <ac:cxnSpMk id="57" creationId="{A7AFC7E4-7B7A-29FE-FD53-D4E9661C81C0}"/>
          </ac:cxnSpMkLst>
        </pc:cxnChg>
        <pc:cxnChg chg="add del mod">
          <ac:chgData name="LUCIANO VITALE" userId="3a6b6f2d-ceea-4a5a-b4fe-aae62ca44617" providerId="ADAL" clId="{57CB957D-BD18-435A-880B-DE39F0A8B70B}" dt="2024-06-24T13:26:07.504" v="1678" actId="478"/>
          <ac:cxnSpMkLst>
            <pc:docMk/>
            <pc:sldMk cId="1473679159" sldId="313"/>
            <ac:cxnSpMk id="62" creationId="{F1381D7F-A82A-CE6C-00AF-4C47EA31C9FC}"/>
          </ac:cxnSpMkLst>
        </pc:cxnChg>
        <pc:cxnChg chg="add mod">
          <ac:chgData name="LUCIANO VITALE" userId="3a6b6f2d-ceea-4a5a-b4fe-aae62ca44617" providerId="ADAL" clId="{57CB957D-BD18-435A-880B-DE39F0A8B70B}" dt="2024-06-24T13:28:04.803" v="1704" actId="14100"/>
          <ac:cxnSpMkLst>
            <pc:docMk/>
            <pc:sldMk cId="1473679159" sldId="313"/>
            <ac:cxnSpMk id="67" creationId="{D23FDB1A-18AF-7AD0-A043-BE8DD6CAACF5}"/>
          </ac:cxnSpMkLst>
        </pc:cxnChg>
        <pc:cxnChg chg="mod">
          <ac:chgData name="LUCIANO VITALE" userId="3a6b6f2d-ceea-4a5a-b4fe-aae62ca44617" providerId="ADAL" clId="{57CB957D-BD18-435A-880B-DE39F0A8B70B}" dt="2024-06-24T13:23:41.889" v="1656" actId="1076"/>
          <ac:cxnSpMkLst>
            <pc:docMk/>
            <pc:sldMk cId="1473679159" sldId="313"/>
            <ac:cxnSpMk id="74" creationId="{D9FFB74C-6389-410F-8EAD-A73CA4C2C5CB}"/>
          </ac:cxnSpMkLst>
        </pc:cxnChg>
        <pc:cxnChg chg="mod">
          <ac:chgData name="LUCIANO VITALE" userId="3a6b6f2d-ceea-4a5a-b4fe-aae62ca44617" providerId="ADAL" clId="{57CB957D-BD18-435A-880B-DE39F0A8B70B}" dt="2024-06-24T13:34:55.039" v="1775" actId="14100"/>
          <ac:cxnSpMkLst>
            <pc:docMk/>
            <pc:sldMk cId="1473679159" sldId="313"/>
            <ac:cxnSpMk id="76" creationId="{25525222-8532-6AE5-1877-9EE9F028F86D}"/>
          </ac:cxnSpMkLst>
        </pc:cxnChg>
        <pc:cxnChg chg="mod">
          <ac:chgData name="LUCIANO VITALE" userId="3a6b6f2d-ceea-4a5a-b4fe-aae62ca44617" providerId="ADAL" clId="{57CB957D-BD18-435A-880B-DE39F0A8B70B}" dt="2024-06-24T13:28:13.343" v="1705" actId="14100"/>
          <ac:cxnSpMkLst>
            <pc:docMk/>
            <pc:sldMk cId="1473679159" sldId="313"/>
            <ac:cxnSpMk id="78" creationId="{989F018C-878C-D2A5-C80E-2501AFBB7EAA}"/>
          </ac:cxnSpMkLst>
        </pc:cxnChg>
        <pc:cxnChg chg="add mod">
          <ac:chgData name="LUCIANO VITALE" userId="3a6b6f2d-ceea-4a5a-b4fe-aae62ca44617" providerId="ADAL" clId="{57CB957D-BD18-435A-880B-DE39F0A8B70B}" dt="2024-06-24T13:33:25.619" v="1765" actId="1076"/>
          <ac:cxnSpMkLst>
            <pc:docMk/>
            <pc:sldMk cId="1473679159" sldId="313"/>
            <ac:cxnSpMk id="83" creationId="{A68BB5EE-A017-442D-7B19-2D7BA248D332}"/>
          </ac:cxnSpMkLst>
        </pc:cxnChg>
        <pc:cxnChg chg="add mod ord">
          <ac:chgData name="LUCIANO VITALE" userId="3a6b6f2d-ceea-4a5a-b4fe-aae62ca44617" providerId="ADAL" clId="{57CB957D-BD18-435A-880B-DE39F0A8B70B}" dt="2024-06-24T13:33:53.696" v="1768" actId="167"/>
          <ac:cxnSpMkLst>
            <pc:docMk/>
            <pc:sldMk cId="1473679159" sldId="313"/>
            <ac:cxnSpMk id="94" creationId="{F4CB8D59-32EE-C864-CDDB-20A358E8AFB6}"/>
          </ac:cxnSpMkLst>
        </pc:cxnChg>
        <pc:cxnChg chg="del mod">
          <ac:chgData name="LUCIANO VITALE" userId="3a6b6f2d-ceea-4a5a-b4fe-aae62ca44617" providerId="ADAL" clId="{57CB957D-BD18-435A-880B-DE39F0A8B70B}" dt="2024-06-24T13:18:41.074" v="1610" actId="21"/>
          <ac:cxnSpMkLst>
            <pc:docMk/>
            <pc:sldMk cId="1473679159" sldId="313"/>
            <ac:cxnSpMk id="106" creationId="{04081FEE-500C-1453-F047-1931501AD5EC}"/>
          </ac:cxnSpMkLst>
        </pc:cxnChg>
        <pc:cxnChg chg="add mod">
          <ac:chgData name="LUCIANO VITALE" userId="3a6b6f2d-ceea-4a5a-b4fe-aae62ca44617" providerId="ADAL" clId="{57CB957D-BD18-435A-880B-DE39F0A8B70B}" dt="2024-06-24T13:35:00.360" v="1776"/>
          <ac:cxnSpMkLst>
            <pc:docMk/>
            <pc:sldMk cId="1473679159" sldId="313"/>
            <ac:cxnSpMk id="107" creationId="{88B97598-E80F-3B23-4036-F67CA9FF297E}"/>
          </ac:cxnSpMkLst>
        </pc:cxnChg>
        <pc:cxnChg chg="del mod">
          <ac:chgData name="LUCIANO VITALE" userId="3a6b6f2d-ceea-4a5a-b4fe-aae62ca44617" providerId="ADAL" clId="{57CB957D-BD18-435A-880B-DE39F0A8B70B}" dt="2024-06-24T13:19:02.084" v="1614" actId="21"/>
          <ac:cxnSpMkLst>
            <pc:docMk/>
            <pc:sldMk cId="1473679159" sldId="313"/>
            <ac:cxnSpMk id="109" creationId="{CCCA3EAF-063C-F8F3-45EF-BB0CD5CDAA82}"/>
          </ac:cxnSpMkLst>
        </pc:cxnChg>
      </pc:sldChg>
      <pc:sldChg chg="addSp delSp modSp mod">
        <pc:chgData name="LUCIANO VITALE" userId="3a6b6f2d-ceea-4a5a-b4fe-aae62ca44617" providerId="ADAL" clId="{57CB957D-BD18-435A-880B-DE39F0A8B70B}" dt="2024-09-21T11:34:01.397" v="7239" actId="1076"/>
        <pc:sldMkLst>
          <pc:docMk/>
          <pc:sldMk cId="1709705115" sldId="314"/>
        </pc:sldMkLst>
        <pc:spChg chg="add mod">
          <ac:chgData name="LUCIANO VITALE" userId="3a6b6f2d-ceea-4a5a-b4fe-aae62ca44617" providerId="ADAL" clId="{57CB957D-BD18-435A-880B-DE39F0A8B70B}" dt="2024-09-21T11:30:58.215" v="7219" actId="1076"/>
          <ac:spMkLst>
            <pc:docMk/>
            <pc:sldMk cId="1709705115" sldId="314"/>
            <ac:spMk id="3" creationId="{FB4A917A-8E13-0DCA-FFC6-FCE491A64001}"/>
          </ac:spMkLst>
        </pc:spChg>
        <pc:spChg chg="mod">
          <ac:chgData name="LUCIANO VITALE" userId="3a6b6f2d-ceea-4a5a-b4fe-aae62ca44617" providerId="ADAL" clId="{57CB957D-BD18-435A-880B-DE39F0A8B70B}" dt="2024-06-24T11:54:02.936" v="29" actId="1076"/>
          <ac:spMkLst>
            <pc:docMk/>
            <pc:sldMk cId="1709705115" sldId="314"/>
            <ac:spMk id="6" creationId="{D4E4468B-4782-2643-AE2D-EC78FEE2950E}"/>
          </ac:spMkLst>
        </pc:spChg>
        <pc:spChg chg="mod">
          <ac:chgData name="LUCIANO VITALE" userId="3a6b6f2d-ceea-4a5a-b4fe-aae62ca44617" providerId="ADAL" clId="{57CB957D-BD18-435A-880B-DE39F0A8B70B}" dt="2024-09-21T11:33:12.401" v="7234" actId="1076"/>
          <ac:spMkLst>
            <pc:docMk/>
            <pc:sldMk cId="1709705115" sldId="314"/>
            <ac:spMk id="8" creationId="{7811000F-BEBA-98D3-E920-4AF4D07BA830}"/>
          </ac:spMkLst>
        </pc:spChg>
        <pc:spChg chg="mod">
          <ac:chgData name="LUCIANO VITALE" userId="3a6b6f2d-ceea-4a5a-b4fe-aae62ca44617" providerId="ADAL" clId="{57CB957D-BD18-435A-880B-DE39F0A8B70B}" dt="2024-09-21T11:31:28.610" v="7222" actId="1076"/>
          <ac:spMkLst>
            <pc:docMk/>
            <pc:sldMk cId="1709705115" sldId="314"/>
            <ac:spMk id="13" creationId="{F0751A33-B660-D0E6-9190-56412D79B60E}"/>
          </ac:spMkLst>
        </pc:spChg>
        <pc:spChg chg="add mod">
          <ac:chgData name="LUCIANO VITALE" userId="3a6b6f2d-ceea-4a5a-b4fe-aae62ca44617" providerId="ADAL" clId="{57CB957D-BD18-435A-880B-DE39F0A8B70B}" dt="2024-09-21T11:33:53.945" v="7238" actId="1076"/>
          <ac:spMkLst>
            <pc:docMk/>
            <pc:sldMk cId="1709705115" sldId="314"/>
            <ac:spMk id="17" creationId="{23129E31-C542-E740-D9CD-B8EC99E54F13}"/>
          </ac:spMkLst>
        </pc:spChg>
        <pc:spChg chg="mod">
          <ac:chgData name="LUCIANO VITALE" userId="3a6b6f2d-ceea-4a5a-b4fe-aae62ca44617" providerId="ADAL" clId="{57CB957D-BD18-435A-880B-DE39F0A8B70B}" dt="2024-09-21T11:32:19.436" v="7228" actId="1076"/>
          <ac:spMkLst>
            <pc:docMk/>
            <pc:sldMk cId="1709705115" sldId="314"/>
            <ac:spMk id="19" creationId="{3AAF6C95-0BD0-9E5B-9CC0-2CA749C2CDDF}"/>
          </ac:spMkLst>
        </pc:spChg>
        <pc:spChg chg="mod">
          <ac:chgData name="LUCIANO VITALE" userId="3a6b6f2d-ceea-4a5a-b4fe-aae62ca44617" providerId="ADAL" clId="{57CB957D-BD18-435A-880B-DE39F0A8B70B}" dt="2024-09-21T11:30:01.641" v="7215" actId="1076"/>
          <ac:spMkLst>
            <pc:docMk/>
            <pc:sldMk cId="1709705115" sldId="314"/>
            <ac:spMk id="22" creationId="{D3DADA70-0EC4-8CFC-D5BD-A930244EF16B}"/>
          </ac:spMkLst>
        </pc:spChg>
        <pc:spChg chg="mod">
          <ac:chgData name="LUCIANO VITALE" userId="3a6b6f2d-ceea-4a5a-b4fe-aae62ca44617" providerId="ADAL" clId="{57CB957D-BD18-435A-880B-DE39F0A8B70B}" dt="2024-09-21T11:30:12.992" v="7216" actId="1076"/>
          <ac:spMkLst>
            <pc:docMk/>
            <pc:sldMk cId="1709705115" sldId="314"/>
            <ac:spMk id="23" creationId="{48C688C4-ACF3-3032-825E-18FE1F8D269A}"/>
          </ac:spMkLst>
        </pc:spChg>
        <pc:spChg chg="mod">
          <ac:chgData name="LUCIANO VITALE" userId="3a6b6f2d-ceea-4a5a-b4fe-aae62ca44617" providerId="ADAL" clId="{57CB957D-BD18-435A-880B-DE39F0A8B70B}" dt="2024-09-21T11:31:09.194" v="7220" actId="1076"/>
          <ac:spMkLst>
            <pc:docMk/>
            <pc:sldMk cId="1709705115" sldId="314"/>
            <ac:spMk id="28" creationId="{0081737A-6434-51D5-8E25-0F7FFFE7D4D1}"/>
          </ac:spMkLst>
        </pc:spChg>
        <pc:spChg chg="mod">
          <ac:chgData name="LUCIANO VITALE" userId="3a6b6f2d-ceea-4a5a-b4fe-aae62ca44617" providerId="ADAL" clId="{57CB957D-BD18-435A-880B-DE39F0A8B70B}" dt="2024-06-24T12:01:13.040" v="65" actId="20577"/>
          <ac:spMkLst>
            <pc:docMk/>
            <pc:sldMk cId="1709705115" sldId="314"/>
            <ac:spMk id="31" creationId="{963C6179-B128-6F03-F174-2537180CAC03}"/>
          </ac:spMkLst>
        </pc:spChg>
        <pc:picChg chg="add mod">
          <ac:chgData name="LUCIANO VITALE" userId="3a6b6f2d-ceea-4a5a-b4fe-aae62ca44617" providerId="ADAL" clId="{57CB957D-BD18-435A-880B-DE39F0A8B70B}" dt="2024-09-21T11:31:32.696" v="7223" actId="1076"/>
          <ac:picMkLst>
            <pc:docMk/>
            <pc:sldMk cId="1709705115" sldId="314"/>
            <ac:picMk id="2" creationId="{949BF4FD-9C1E-1B83-1F1D-323379653A74}"/>
          </ac:picMkLst>
        </pc:picChg>
        <pc:picChg chg="mod">
          <ac:chgData name="LUCIANO VITALE" userId="3a6b6f2d-ceea-4a5a-b4fe-aae62ca44617" providerId="ADAL" clId="{57CB957D-BD18-435A-880B-DE39F0A8B70B}" dt="2024-06-24T12:03:39.603" v="69" actId="1076"/>
          <ac:picMkLst>
            <pc:docMk/>
            <pc:sldMk cId="1709705115" sldId="314"/>
            <ac:picMk id="5" creationId="{143006FF-E957-E202-459B-A3C652479F2C}"/>
          </ac:picMkLst>
        </pc:picChg>
        <pc:picChg chg="mod">
          <ac:chgData name="LUCIANO VITALE" userId="3a6b6f2d-ceea-4a5a-b4fe-aae62ca44617" providerId="ADAL" clId="{57CB957D-BD18-435A-880B-DE39F0A8B70B}" dt="2024-09-21T11:34:01.397" v="7239" actId="1076"/>
          <ac:picMkLst>
            <pc:docMk/>
            <pc:sldMk cId="1709705115" sldId="314"/>
            <ac:picMk id="7" creationId="{48523E48-8A2A-1469-13A4-3246F6001B50}"/>
          </ac:picMkLst>
        </pc:picChg>
        <pc:picChg chg="mod">
          <ac:chgData name="LUCIANO VITALE" userId="3a6b6f2d-ceea-4a5a-b4fe-aae62ca44617" providerId="ADAL" clId="{57CB957D-BD18-435A-880B-DE39F0A8B70B}" dt="2024-09-21T11:31:16.153" v="7221" actId="1076"/>
          <ac:picMkLst>
            <pc:docMk/>
            <pc:sldMk cId="1709705115" sldId="314"/>
            <ac:picMk id="9" creationId="{32F260C7-A52F-5BAA-C913-2CB1F0773730}"/>
          </ac:picMkLst>
        </pc:picChg>
        <pc:picChg chg="mod">
          <ac:chgData name="LUCIANO VITALE" userId="3a6b6f2d-ceea-4a5a-b4fe-aae62ca44617" providerId="ADAL" clId="{57CB957D-BD18-435A-880B-DE39F0A8B70B}" dt="2024-06-24T12:03:46.594" v="71" actId="1076"/>
          <ac:picMkLst>
            <pc:docMk/>
            <pc:sldMk cId="1709705115" sldId="314"/>
            <ac:picMk id="10" creationId="{F856F55E-DF63-F9A1-FCAB-5649D8FDDFEC}"/>
          </ac:picMkLst>
        </pc:picChg>
        <pc:picChg chg="add mod">
          <ac:chgData name="LUCIANO VITALE" userId="3a6b6f2d-ceea-4a5a-b4fe-aae62ca44617" providerId="ADAL" clId="{57CB957D-BD18-435A-880B-DE39F0A8B70B}" dt="2024-09-21T11:32:59.559" v="7233" actId="1076"/>
          <ac:picMkLst>
            <pc:docMk/>
            <pc:sldMk cId="1709705115" sldId="314"/>
            <ac:picMk id="14" creationId="{3D89A5F9-C066-FDE2-E3FD-63E665B858BF}"/>
          </ac:picMkLst>
        </pc:picChg>
        <pc:picChg chg="mod">
          <ac:chgData name="LUCIANO VITALE" userId="3a6b6f2d-ceea-4a5a-b4fe-aae62ca44617" providerId="ADAL" clId="{57CB957D-BD18-435A-880B-DE39F0A8B70B}" dt="2024-09-21T11:32:23.397" v="7229" actId="1076"/>
          <ac:picMkLst>
            <pc:docMk/>
            <pc:sldMk cId="1709705115" sldId="314"/>
            <ac:picMk id="15" creationId="{29CA7BD1-8C6D-39C5-A5C1-76BDD6BA0385}"/>
          </ac:picMkLst>
        </pc:picChg>
        <pc:picChg chg="del mod">
          <ac:chgData name="LUCIANO VITALE" userId="3a6b6f2d-ceea-4a5a-b4fe-aae62ca44617" providerId="ADAL" clId="{57CB957D-BD18-435A-880B-DE39F0A8B70B}" dt="2024-06-24T11:57:56.635" v="35" actId="478"/>
          <ac:picMkLst>
            <pc:docMk/>
            <pc:sldMk cId="1709705115" sldId="314"/>
            <ac:picMk id="16" creationId="{E5607215-464F-015C-D0D4-BF2359A1B0AA}"/>
          </ac:picMkLst>
        </pc:picChg>
        <pc:picChg chg="add mod">
          <ac:chgData name="LUCIANO VITALE" userId="3a6b6f2d-ceea-4a5a-b4fe-aae62ca44617" providerId="ADAL" clId="{57CB957D-BD18-435A-880B-DE39F0A8B70B}" dt="2024-06-24T11:58:51.407" v="47" actId="1076"/>
          <ac:picMkLst>
            <pc:docMk/>
            <pc:sldMk cId="1709705115" sldId="314"/>
            <ac:picMk id="1024" creationId="{C9821658-190E-D52F-964D-6997ACE5F527}"/>
          </ac:picMkLst>
        </pc:picChg>
        <pc:picChg chg="mod">
          <ac:chgData name="LUCIANO VITALE" userId="3a6b6f2d-ceea-4a5a-b4fe-aae62ca44617" providerId="ADAL" clId="{57CB957D-BD18-435A-880B-DE39F0A8B70B}" dt="2024-06-24T12:03:50.525" v="72" actId="1076"/>
          <ac:picMkLst>
            <pc:docMk/>
            <pc:sldMk cId="1709705115" sldId="314"/>
            <ac:picMk id="1026" creationId="{180FAE7C-1637-0974-FABB-AA6242780317}"/>
          </ac:picMkLst>
        </pc:picChg>
      </pc:sldChg>
      <pc:sldChg chg="addSp delSp modSp mod setBg">
        <pc:chgData name="LUCIANO VITALE" userId="3a6b6f2d-ceea-4a5a-b4fe-aae62ca44617" providerId="ADAL" clId="{57CB957D-BD18-435A-880B-DE39F0A8B70B}" dt="2024-09-21T13:38:08.408" v="7754" actId="1076"/>
        <pc:sldMkLst>
          <pc:docMk/>
          <pc:sldMk cId="376303459" sldId="315"/>
        </pc:sldMkLst>
        <pc:spChg chg="mod">
          <ac:chgData name="LUCIANO VITALE" userId="3a6b6f2d-ceea-4a5a-b4fe-aae62ca44617" providerId="ADAL" clId="{57CB957D-BD18-435A-880B-DE39F0A8B70B}" dt="2024-09-21T13:38:08.408" v="7754" actId="1076"/>
          <ac:spMkLst>
            <pc:docMk/>
            <pc:sldMk cId="376303459" sldId="315"/>
            <ac:spMk id="4" creationId="{57A708A3-ACA6-C903-9C5E-9959B23CAF45}"/>
          </ac:spMkLst>
        </pc:spChg>
        <pc:spChg chg="add del mod">
          <ac:chgData name="LUCIANO VITALE" userId="3a6b6f2d-ceea-4a5a-b4fe-aae62ca44617" providerId="ADAL" clId="{57CB957D-BD18-435A-880B-DE39F0A8B70B}" dt="2024-09-21T12:08:22.780" v="7515" actId="26606"/>
          <ac:spMkLst>
            <pc:docMk/>
            <pc:sldMk cId="376303459" sldId="315"/>
            <ac:spMk id="5" creationId="{B6B31B6D-FA2F-FD7B-DAFE-7DB07BD3E4B1}"/>
          </ac:spMkLst>
        </pc:spChg>
        <pc:spChg chg="del mod">
          <ac:chgData name="LUCIANO VITALE" userId="3a6b6f2d-ceea-4a5a-b4fe-aae62ca44617" providerId="ADAL" clId="{57CB957D-BD18-435A-880B-DE39F0A8B70B}" dt="2024-09-21T12:06:18.388" v="7489" actId="21"/>
          <ac:spMkLst>
            <pc:docMk/>
            <pc:sldMk cId="376303459" sldId="315"/>
            <ac:spMk id="7" creationId="{B344EED0-2128-F53A-EB06-1CB97C3D198E}"/>
          </ac:spMkLst>
        </pc:spChg>
        <pc:spChg chg="del mod">
          <ac:chgData name="LUCIANO VITALE" userId="3a6b6f2d-ceea-4a5a-b4fe-aae62ca44617" providerId="ADAL" clId="{57CB957D-BD18-435A-880B-DE39F0A8B70B}" dt="2024-09-21T12:06:21.537" v="7490" actId="21"/>
          <ac:spMkLst>
            <pc:docMk/>
            <pc:sldMk cId="376303459" sldId="315"/>
            <ac:spMk id="8" creationId="{4F88B6CC-B47E-A151-130F-F5BA51BFE3B8}"/>
          </ac:spMkLst>
        </pc:spChg>
        <pc:spChg chg="del mod">
          <ac:chgData name="LUCIANO VITALE" userId="3a6b6f2d-ceea-4a5a-b4fe-aae62ca44617" providerId="ADAL" clId="{57CB957D-BD18-435A-880B-DE39F0A8B70B}" dt="2024-09-21T12:07:43.619" v="7505" actId="21"/>
          <ac:spMkLst>
            <pc:docMk/>
            <pc:sldMk cId="376303459" sldId="315"/>
            <ac:spMk id="9" creationId="{A1273D69-DD68-8CC7-5B44-2C7E33326B0B}"/>
          </ac:spMkLst>
        </pc:spChg>
        <pc:spChg chg="add del">
          <ac:chgData name="LUCIANO VITALE" userId="3a6b6f2d-ceea-4a5a-b4fe-aae62ca44617" providerId="ADAL" clId="{57CB957D-BD18-435A-880B-DE39F0A8B70B}" dt="2024-09-21T12:08:22.765" v="7514" actId="26606"/>
          <ac:spMkLst>
            <pc:docMk/>
            <pc:sldMk cId="376303459" sldId="315"/>
            <ac:spMk id="10" creationId="{56E9B3E6-E277-4D68-BA48-9CB43FFBD6E2}"/>
          </ac:spMkLst>
        </pc:spChg>
        <pc:spChg chg="add del mod">
          <ac:chgData name="LUCIANO VITALE" userId="3a6b6f2d-ceea-4a5a-b4fe-aae62ca44617" providerId="ADAL" clId="{57CB957D-BD18-435A-880B-DE39F0A8B70B}" dt="2024-09-21T12:14:04.677" v="7533" actId="21"/>
          <ac:spMkLst>
            <pc:docMk/>
            <pc:sldMk cId="376303459" sldId="315"/>
            <ac:spMk id="11" creationId="{C408CBBF-DDB6-800F-BBE5-D059EB7CED82}"/>
          </ac:spMkLst>
        </pc:spChg>
        <pc:spChg chg="add del">
          <ac:chgData name="LUCIANO VITALE" userId="3a6b6f2d-ceea-4a5a-b4fe-aae62ca44617" providerId="ADAL" clId="{57CB957D-BD18-435A-880B-DE39F0A8B70B}" dt="2024-09-21T12:08:22.765" v="7514" actId="26606"/>
          <ac:spMkLst>
            <pc:docMk/>
            <pc:sldMk cId="376303459" sldId="315"/>
            <ac:spMk id="18" creationId="{D5B0017B-2ECA-49AF-B397-DC140825DF8D}"/>
          </ac:spMkLst>
        </pc:spChg>
        <pc:spChg chg="add">
          <ac:chgData name="LUCIANO VITALE" userId="3a6b6f2d-ceea-4a5a-b4fe-aae62ca44617" providerId="ADAL" clId="{57CB957D-BD18-435A-880B-DE39F0A8B70B}" dt="2024-09-21T12:08:22.780" v="7515" actId="26606"/>
          <ac:spMkLst>
            <pc:docMk/>
            <pc:sldMk cId="376303459" sldId="315"/>
            <ac:spMk id="22" creationId="{2659FDB4-FCBE-4A89-B46D-43D4FA54464D}"/>
          </ac:spMkLst>
        </pc:spChg>
        <pc:grpChg chg="add del">
          <ac:chgData name="LUCIANO VITALE" userId="3a6b6f2d-ceea-4a5a-b4fe-aae62ca44617" providerId="ADAL" clId="{57CB957D-BD18-435A-880B-DE39F0A8B70B}" dt="2024-09-21T12:08:22.765" v="7514" actId="26606"/>
          <ac:grpSpMkLst>
            <pc:docMk/>
            <pc:sldMk cId="376303459" sldId="315"/>
            <ac:grpSpMk id="13" creationId="{AE1C45F0-260A-458C-96ED-C1F6D2151219}"/>
          </ac:grpSpMkLst>
        </pc:grpChg>
        <pc:graphicFrameChg chg="add del">
          <ac:chgData name="LUCIANO VITALE" userId="3a6b6f2d-ceea-4a5a-b4fe-aae62ca44617" providerId="ADAL" clId="{57CB957D-BD18-435A-880B-DE39F0A8B70B}" dt="2024-09-21T12:08:22.765" v="7514" actId="26606"/>
          <ac:graphicFrameMkLst>
            <pc:docMk/>
            <pc:sldMk cId="376303459" sldId="315"/>
            <ac:graphicFrameMk id="12" creationId="{86E35D96-9ECF-0E16-9DB6-B7617753002A}"/>
          </ac:graphicFrameMkLst>
        </pc:graphicFrameChg>
        <pc:graphicFrameChg chg="add mod">
          <ac:chgData name="LUCIANO VITALE" userId="3a6b6f2d-ceea-4a5a-b4fe-aae62ca44617" providerId="ADAL" clId="{57CB957D-BD18-435A-880B-DE39F0A8B70B}" dt="2024-09-21T12:22:43.757" v="7563" actId="20577"/>
          <ac:graphicFrameMkLst>
            <pc:docMk/>
            <pc:sldMk cId="376303459" sldId="315"/>
            <ac:graphicFrameMk id="24" creationId="{B0B44175-9CEE-780D-65F7-702565057EE4}"/>
          </ac:graphicFrameMkLst>
        </pc:graphicFrameChg>
        <pc:picChg chg="del">
          <ac:chgData name="LUCIANO VITALE" userId="3a6b6f2d-ceea-4a5a-b4fe-aae62ca44617" providerId="ADAL" clId="{57CB957D-BD18-435A-880B-DE39F0A8B70B}" dt="2024-06-24T12:52:05.635" v="1369" actId="478"/>
          <ac:picMkLst>
            <pc:docMk/>
            <pc:sldMk cId="376303459" sldId="315"/>
            <ac:picMk id="11" creationId="{7315F7CB-6DE1-CC10-BF4E-3BB89272E6AD}"/>
          </ac:picMkLst>
        </pc:picChg>
        <pc:picChg chg="add mod">
          <ac:chgData name="LUCIANO VITALE" userId="3a6b6f2d-ceea-4a5a-b4fe-aae62ca44617" providerId="ADAL" clId="{57CB957D-BD18-435A-880B-DE39F0A8B70B}" dt="2024-09-21T12:28:58.783" v="7614" actId="1076"/>
          <ac:picMkLst>
            <pc:docMk/>
            <pc:sldMk cId="376303459" sldId="315"/>
            <ac:picMk id="19" creationId="{A7C86082-6422-F047-B723-995DDD025502}"/>
          </ac:picMkLst>
        </pc:picChg>
        <pc:picChg chg="add mod">
          <ac:chgData name="LUCIANO VITALE" userId="3a6b6f2d-ceea-4a5a-b4fe-aae62ca44617" providerId="ADAL" clId="{57CB957D-BD18-435A-880B-DE39F0A8B70B}" dt="2024-09-21T12:28:53.004" v="7613" actId="1076"/>
          <ac:picMkLst>
            <pc:docMk/>
            <pc:sldMk cId="376303459" sldId="315"/>
            <ac:picMk id="21" creationId="{DE124888-58DB-FE39-C479-0E5F2F491FE0}"/>
          </ac:picMkLst>
        </pc:picChg>
        <pc:cxnChg chg="add mod">
          <ac:chgData name="LUCIANO VITALE" userId="3a6b6f2d-ceea-4a5a-b4fe-aae62ca44617" providerId="ADAL" clId="{57CB957D-BD18-435A-880B-DE39F0A8B70B}" dt="2024-09-21T12:05:36.762" v="7478"/>
          <ac:cxnSpMkLst>
            <pc:docMk/>
            <pc:sldMk cId="376303459" sldId="315"/>
            <ac:cxnSpMk id="2" creationId="{2BAF51D8-937C-3A11-8723-696A61F4BD3D}"/>
          </ac:cxnSpMkLst>
        </pc:cxnChg>
        <pc:cxnChg chg="add mod">
          <ac:chgData name="LUCIANO VITALE" userId="3a6b6f2d-ceea-4a5a-b4fe-aae62ca44617" providerId="ADAL" clId="{57CB957D-BD18-435A-880B-DE39F0A8B70B}" dt="2024-09-21T12:05:37.751" v="7479"/>
          <ac:cxnSpMkLst>
            <pc:docMk/>
            <pc:sldMk cId="376303459" sldId="315"/>
            <ac:cxnSpMk id="3" creationId="{7AFA2C1A-4DDE-BE0C-963E-CDCBCD973871}"/>
          </ac:cxnSpMkLst>
        </pc:cxnChg>
        <pc:cxnChg chg="add del">
          <ac:chgData name="LUCIANO VITALE" userId="3a6b6f2d-ceea-4a5a-b4fe-aae62ca44617" providerId="ADAL" clId="{57CB957D-BD18-435A-880B-DE39F0A8B70B}" dt="2024-09-21T12:08:22.765" v="7514" actId="26606"/>
          <ac:cxnSpMkLst>
            <pc:docMk/>
            <pc:sldMk cId="376303459" sldId="315"/>
            <ac:cxnSpMk id="20" creationId="{6CF1BAF6-AD41-4082-B212-8A1F9A2E8779}"/>
          </ac:cxnSpMkLst>
        </pc:cxnChg>
        <pc:cxnChg chg="add">
          <ac:chgData name="LUCIANO VITALE" userId="3a6b6f2d-ceea-4a5a-b4fe-aae62ca44617" providerId="ADAL" clId="{57CB957D-BD18-435A-880B-DE39F0A8B70B}" dt="2024-09-21T12:08:22.780" v="7515" actId="26606"/>
          <ac:cxnSpMkLst>
            <pc:docMk/>
            <pc:sldMk cId="376303459" sldId="315"/>
            <ac:cxnSpMk id="23" creationId="{C8F51B3F-8331-4E4A-AE96-D47B1006EEAD}"/>
          </ac:cxnSpMkLst>
        </pc:cxnChg>
      </pc:sldChg>
      <pc:sldChg chg="addSp delSp modSp mod">
        <pc:chgData name="LUCIANO VITALE" userId="3a6b6f2d-ceea-4a5a-b4fe-aae62ca44617" providerId="ADAL" clId="{57CB957D-BD18-435A-880B-DE39F0A8B70B}" dt="2024-09-21T14:08:34.095" v="8101" actId="113"/>
        <pc:sldMkLst>
          <pc:docMk/>
          <pc:sldMk cId="1925074880" sldId="317"/>
        </pc:sldMkLst>
        <pc:spChg chg="add del mod">
          <ac:chgData name="LUCIANO VITALE" userId="3a6b6f2d-ceea-4a5a-b4fe-aae62ca44617" providerId="ADAL" clId="{57CB957D-BD18-435A-880B-DE39F0A8B70B}" dt="2024-09-21T11:44:41.078" v="7326" actId="478"/>
          <ac:spMkLst>
            <pc:docMk/>
            <pc:sldMk cId="1925074880" sldId="317"/>
            <ac:spMk id="3" creationId="{B0B9F0BB-4BCD-BE5C-3362-ED84FA4DA597}"/>
          </ac:spMkLst>
        </pc:spChg>
        <pc:spChg chg="del mod">
          <ac:chgData name="LUCIANO VITALE" userId="3a6b6f2d-ceea-4a5a-b4fe-aae62ca44617" providerId="ADAL" clId="{57CB957D-BD18-435A-880B-DE39F0A8B70B}" dt="2024-06-24T12:56:36.960" v="1389" actId="21"/>
          <ac:spMkLst>
            <pc:docMk/>
            <pc:sldMk cId="1925074880" sldId="317"/>
            <ac:spMk id="3" creationId="{C6FA3636-BD13-C52B-723D-A37E1BF2F88C}"/>
          </ac:spMkLst>
        </pc:spChg>
        <pc:spChg chg="add mod">
          <ac:chgData name="LUCIANO VITALE" userId="3a6b6f2d-ceea-4a5a-b4fe-aae62ca44617" providerId="ADAL" clId="{57CB957D-BD18-435A-880B-DE39F0A8B70B}" dt="2024-09-21T11:39:09.243" v="7268"/>
          <ac:spMkLst>
            <pc:docMk/>
            <pc:sldMk cId="1925074880" sldId="317"/>
            <ac:spMk id="4" creationId="{82EA7CD5-2E96-7FF4-240D-12424E84369B}"/>
          </ac:spMkLst>
        </pc:spChg>
        <pc:spChg chg="add del mod">
          <ac:chgData name="LUCIANO VITALE" userId="3a6b6f2d-ceea-4a5a-b4fe-aae62ca44617" providerId="ADAL" clId="{57CB957D-BD18-435A-880B-DE39F0A8B70B}" dt="2024-06-24T12:57:05.332" v="1399" actId="478"/>
          <ac:spMkLst>
            <pc:docMk/>
            <pc:sldMk cId="1925074880" sldId="317"/>
            <ac:spMk id="5" creationId="{C6FA3636-BD13-C52B-723D-A37E1BF2F88C}"/>
          </ac:spMkLst>
        </pc:spChg>
        <pc:spChg chg="add del mod">
          <ac:chgData name="LUCIANO VITALE" userId="3a6b6f2d-ceea-4a5a-b4fe-aae62ca44617" providerId="ADAL" clId="{57CB957D-BD18-435A-880B-DE39F0A8B70B}" dt="2024-09-21T11:44:57.550" v="7328" actId="21"/>
          <ac:spMkLst>
            <pc:docMk/>
            <pc:sldMk cId="1925074880" sldId="317"/>
            <ac:spMk id="5" creationId="{D7914F49-8AEA-C5C1-D525-F9301C01CB27}"/>
          </ac:spMkLst>
        </pc:spChg>
        <pc:spChg chg="add mod">
          <ac:chgData name="LUCIANO VITALE" userId="3a6b6f2d-ceea-4a5a-b4fe-aae62ca44617" providerId="ADAL" clId="{57CB957D-BD18-435A-880B-DE39F0A8B70B}" dt="2024-09-21T11:49:51.721" v="7409" actId="14100"/>
          <ac:spMkLst>
            <pc:docMk/>
            <pc:sldMk cId="1925074880" sldId="317"/>
            <ac:spMk id="8" creationId="{63A2E853-BE29-3EC7-F700-B7310CE396FB}"/>
          </ac:spMkLst>
        </pc:spChg>
        <pc:spChg chg="mod">
          <ac:chgData name="LUCIANO VITALE" userId="3a6b6f2d-ceea-4a5a-b4fe-aae62ca44617" providerId="ADAL" clId="{57CB957D-BD18-435A-880B-DE39F0A8B70B}" dt="2024-09-21T14:08:34.095" v="8101" actId="113"/>
          <ac:spMkLst>
            <pc:docMk/>
            <pc:sldMk cId="1925074880" sldId="317"/>
            <ac:spMk id="13" creationId="{22E38589-EFC1-3ED0-4677-68F054A96D0E}"/>
          </ac:spMkLst>
        </pc:spChg>
        <pc:spChg chg="add mod">
          <ac:chgData name="LUCIANO VITALE" userId="3a6b6f2d-ceea-4a5a-b4fe-aae62ca44617" providerId="ADAL" clId="{57CB957D-BD18-435A-880B-DE39F0A8B70B}" dt="2024-09-21T11:49:27.436" v="7406" actId="1076"/>
          <ac:spMkLst>
            <pc:docMk/>
            <pc:sldMk cId="1925074880" sldId="317"/>
            <ac:spMk id="24" creationId="{AADBB7BF-650B-A316-F634-05666BFEB1BE}"/>
          </ac:spMkLst>
        </pc:spChg>
        <pc:spChg chg="add mod">
          <ac:chgData name="LUCIANO VITALE" userId="3a6b6f2d-ceea-4a5a-b4fe-aae62ca44617" providerId="ADAL" clId="{57CB957D-BD18-435A-880B-DE39F0A8B70B}" dt="2024-06-24T12:58:44.014" v="1411"/>
          <ac:spMkLst>
            <pc:docMk/>
            <pc:sldMk cId="1925074880" sldId="317"/>
            <ac:spMk id="25" creationId="{8C211B6F-2F33-7856-33FA-CABE34DF3D3D}"/>
          </ac:spMkLst>
        </pc:spChg>
        <pc:spChg chg="add mod">
          <ac:chgData name="LUCIANO VITALE" userId="3a6b6f2d-ceea-4a5a-b4fe-aae62ca44617" providerId="ADAL" clId="{57CB957D-BD18-435A-880B-DE39F0A8B70B}" dt="2024-06-24T12:58:44.014" v="1411"/>
          <ac:spMkLst>
            <pc:docMk/>
            <pc:sldMk cId="1925074880" sldId="317"/>
            <ac:spMk id="26" creationId="{561E5242-76C8-F94F-9FDA-9CB6E7E8C64F}"/>
          </ac:spMkLst>
        </pc:spChg>
        <pc:spChg chg="add mod">
          <ac:chgData name="LUCIANO VITALE" userId="3a6b6f2d-ceea-4a5a-b4fe-aae62ca44617" providerId="ADAL" clId="{57CB957D-BD18-435A-880B-DE39F0A8B70B}" dt="2024-09-21T11:50:24.512" v="7414" actId="1076"/>
          <ac:spMkLst>
            <pc:docMk/>
            <pc:sldMk cId="1925074880" sldId="317"/>
            <ac:spMk id="27" creationId="{8905EEEE-0E58-022F-8648-C398E47C8187}"/>
          </ac:spMkLst>
        </pc:spChg>
        <pc:spChg chg="add mod">
          <ac:chgData name="LUCIANO VITALE" userId="3a6b6f2d-ceea-4a5a-b4fe-aae62ca44617" providerId="ADAL" clId="{57CB957D-BD18-435A-880B-DE39F0A8B70B}" dt="2024-09-21T11:50:52.754" v="7417" actId="1076"/>
          <ac:spMkLst>
            <pc:docMk/>
            <pc:sldMk cId="1925074880" sldId="317"/>
            <ac:spMk id="28" creationId="{B400A209-E15C-E1A5-A2E3-7920F067B800}"/>
          </ac:spMkLst>
        </pc:spChg>
        <pc:spChg chg="add mod">
          <ac:chgData name="LUCIANO VITALE" userId="3a6b6f2d-ceea-4a5a-b4fe-aae62ca44617" providerId="ADAL" clId="{57CB957D-BD18-435A-880B-DE39F0A8B70B}" dt="2024-06-24T12:58:44.014" v="1411"/>
          <ac:spMkLst>
            <pc:docMk/>
            <pc:sldMk cId="1925074880" sldId="317"/>
            <ac:spMk id="32" creationId="{6B0B6BD1-E4B2-5A8A-C0A2-C25707B7F235}"/>
          </ac:spMkLst>
        </pc:spChg>
        <pc:spChg chg="add mod">
          <ac:chgData name="LUCIANO VITALE" userId="3a6b6f2d-ceea-4a5a-b4fe-aae62ca44617" providerId="ADAL" clId="{57CB957D-BD18-435A-880B-DE39F0A8B70B}" dt="2024-06-24T12:58:44.014" v="1411"/>
          <ac:spMkLst>
            <pc:docMk/>
            <pc:sldMk cId="1925074880" sldId="317"/>
            <ac:spMk id="33" creationId="{C2C1D4A6-0D4E-7121-4A5D-5030E9B6012D}"/>
          </ac:spMkLst>
        </pc:spChg>
        <pc:spChg chg="add mod">
          <ac:chgData name="LUCIANO VITALE" userId="3a6b6f2d-ceea-4a5a-b4fe-aae62ca44617" providerId="ADAL" clId="{57CB957D-BD18-435A-880B-DE39F0A8B70B}" dt="2024-06-24T12:58:44.014" v="1411"/>
          <ac:spMkLst>
            <pc:docMk/>
            <pc:sldMk cId="1925074880" sldId="317"/>
            <ac:spMk id="34" creationId="{36B693B4-345D-DFC1-0704-CE9EA4483FA1}"/>
          </ac:spMkLst>
        </pc:spChg>
        <pc:spChg chg="add mod">
          <ac:chgData name="LUCIANO VITALE" userId="3a6b6f2d-ceea-4a5a-b4fe-aae62ca44617" providerId="ADAL" clId="{57CB957D-BD18-435A-880B-DE39F0A8B70B}" dt="2024-09-21T11:49:45.653" v="7408" actId="1076"/>
          <ac:spMkLst>
            <pc:docMk/>
            <pc:sldMk cId="1925074880" sldId="317"/>
            <ac:spMk id="35" creationId="{16BF170C-5AF1-0D8A-BBB9-EC1288F66D6E}"/>
          </ac:spMkLst>
        </pc:spChg>
        <pc:spChg chg="add mod">
          <ac:chgData name="LUCIANO VITALE" userId="3a6b6f2d-ceea-4a5a-b4fe-aae62ca44617" providerId="ADAL" clId="{57CB957D-BD18-435A-880B-DE39F0A8B70B}" dt="2024-09-21T11:55:42.531" v="7422" actId="1076"/>
          <ac:spMkLst>
            <pc:docMk/>
            <pc:sldMk cId="1925074880" sldId="317"/>
            <ac:spMk id="36" creationId="{ACF71186-AA6E-6981-4B76-810EA613D635}"/>
          </ac:spMkLst>
        </pc:spChg>
        <pc:spChg chg="add mod">
          <ac:chgData name="LUCIANO VITALE" userId="3a6b6f2d-ceea-4a5a-b4fe-aae62ca44617" providerId="ADAL" clId="{57CB957D-BD18-435A-880B-DE39F0A8B70B}" dt="2024-09-21T11:50:38.984" v="7415" actId="1076"/>
          <ac:spMkLst>
            <pc:docMk/>
            <pc:sldMk cId="1925074880" sldId="317"/>
            <ac:spMk id="37" creationId="{C2908714-C193-3F7C-0F7E-A4CCEB8DBE5B}"/>
          </ac:spMkLst>
        </pc:spChg>
        <pc:picChg chg="add del">
          <ac:chgData name="LUCIANO VITALE" userId="3a6b6f2d-ceea-4a5a-b4fe-aae62ca44617" providerId="ADAL" clId="{57CB957D-BD18-435A-880B-DE39F0A8B70B}" dt="2024-06-24T12:56:55.968" v="1397" actId="478"/>
          <ac:picMkLst>
            <pc:docMk/>
            <pc:sldMk cId="1925074880" sldId="317"/>
            <ac:picMk id="4" creationId="{1FD31EAC-3D13-2BA5-C991-63D393FF6CA1}"/>
          </ac:picMkLst>
        </pc:picChg>
        <pc:picChg chg="add del mod">
          <ac:chgData name="LUCIANO VITALE" userId="3a6b6f2d-ceea-4a5a-b4fe-aae62ca44617" providerId="ADAL" clId="{57CB957D-BD18-435A-880B-DE39F0A8B70B}" dt="2024-06-24T12:58:42.252" v="1410" actId="478"/>
          <ac:picMkLst>
            <pc:docMk/>
            <pc:sldMk cId="1925074880" sldId="317"/>
            <ac:picMk id="6" creationId="{0940E33F-5BA6-AD7C-217C-037225EA21CB}"/>
          </ac:picMkLst>
        </pc:picChg>
        <pc:picChg chg="add mod">
          <ac:chgData name="LUCIANO VITALE" userId="3a6b6f2d-ceea-4a5a-b4fe-aae62ca44617" providerId="ADAL" clId="{57CB957D-BD18-435A-880B-DE39F0A8B70B}" dt="2024-09-21T11:43:18.726" v="7302" actId="1076"/>
          <ac:picMkLst>
            <pc:docMk/>
            <pc:sldMk cId="1925074880" sldId="317"/>
            <ac:picMk id="6" creationId="{6598DF7B-6F63-1A8B-A15C-D4FC09A27B38}"/>
          </ac:picMkLst>
        </pc:picChg>
        <pc:picChg chg="del">
          <ac:chgData name="LUCIANO VITALE" userId="3a6b6f2d-ceea-4a5a-b4fe-aae62ca44617" providerId="ADAL" clId="{57CB957D-BD18-435A-880B-DE39F0A8B70B}" dt="2024-06-24T12:56:47.826" v="1395" actId="478"/>
          <ac:picMkLst>
            <pc:docMk/>
            <pc:sldMk cId="1925074880" sldId="317"/>
            <ac:picMk id="7" creationId="{71BC59F2-5615-F410-C246-0574A4F17083}"/>
          </ac:picMkLst>
        </pc:picChg>
        <pc:picChg chg="add mod">
          <ac:chgData name="LUCIANO VITALE" userId="3a6b6f2d-ceea-4a5a-b4fe-aae62ca44617" providerId="ADAL" clId="{57CB957D-BD18-435A-880B-DE39F0A8B70B}" dt="2024-09-21T11:43:15.684" v="7297" actId="1076"/>
          <ac:picMkLst>
            <pc:docMk/>
            <pc:sldMk cId="1925074880" sldId="317"/>
            <ac:picMk id="9" creationId="{394411D8-F65A-B346-046D-232DB6602A1A}"/>
          </ac:picMkLst>
        </pc:picChg>
        <pc:picChg chg="del">
          <ac:chgData name="LUCIANO VITALE" userId="3a6b6f2d-ceea-4a5a-b4fe-aae62ca44617" providerId="ADAL" clId="{57CB957D-BD18-435A-880B-DE39F0A8B70B}" dt="2024-06-24T12:56:28.652" v="1387" actId="478"/>
          <ac:picMkLst>
            <pc:docMk/>
            <pc:sldMk cId="1925074880" sldId="317"/>
            <ac:picMk id="9" creationId="{F948C8A3-0946-FEC6-6640-B56704995F44}"/>
          </ac:picMkLst>
        </pc:picChg>
        <pc:picChg chg="add mod">
          <ac:chgData name="LUCIANO VITALE" userId="3a6b6f2d-ceea-4a5a-b4fe-aae62ca44617" providerId="ADAL" clId="{57CB957D-BD18-435A-880B-DE39F0A8B70B}" dt="2024-09-21T11:57:29.406" v="7438" actId="1076"/>
          <ac:picMkLst>
            <pc:docMk/>
            <pc:sldMk cId="1925074880" sldId="317"/>
            <ac:picMk id="15" creationId="{BA090DF3-9032-79C9-5ECF-707EEE35BA08}"/>
          </ac:picMkLst>
        </pc:picChg>
        <pc:picChg chg="del">
          <ac:chgData name="LUCIANO VITALE" userId="3a6b6f2d-ceea-4a5a-b4fe-aae62ca44617" providerId="ADAL" clId="{57CB957D-BD18-435A-880B-DE39F0A8B70B}" dt="2024-06-24T12:56:39.048" v="1390" actId="478"/>
          <ac:picMkLst>
            <pc:docMk/>
            <pc:sldMk cId="1925074880" sldId="317"/>
            <ac:picMk id="15" creationId="{D1719DCC-C5D1-D1F4-2EE8-3B6718A42FB9}"/>
          </ac:picMkLst>
        </pc:picChg>
        <pc:picChg chg="add mod">
          <ac:chgData name="LUCIANO VITALE" userId="3a6b6f2d-ceea-4a5a-b4fe-aae62ca44617" providerId="ADAL" clId="{57CB957D-BD18-435A-880B-DE39F0A8B70B}" dt="2024-09-21T11:58:23.633" v="7443" actId="1076"/>
          <ac:picMkLst>
            <pc:docMk/>
            <pc:sldMk cId="1925074880" sldId="317"/>
            <ac:picMk id="17" creationId="{A8B4740A-4F32-D8B5-C2CD-721CCD18273D}"/>
          </ac:picMkLst>
        </pc:picChg>
        <pc:picChg chg="del">
          <ac:chgData name="LUCIANO VITALE" userId="3a6b6f2d-ceea-4a5a-b4fe-aae62ca44617" providerId="ADAL" clId="{57CB957D-BD18-435A-880B-DE39F0A8B70B}" dt="2024-06-24T12:56:40.879" v="1391" actId="478"/>
          <ac:picMkLst>
            <pc:docMk/>
            <pc:sldMk cId="1925074880" sldId="317"/>
            <ac:picMk id="17" creationId="{DB0D9C1E-FFAF-D3F5-F69B-499F4251E49E}"/>
          </ac:picMkLst>
        </pc:picChg>
        <pc:picChg chg="del">
          <ac:chgData name="LUCIANO VITALE" userId="3a6b6f2d-ceea-4a5a-b4fe-aae62ca44617" providerId="ADAL" clId="{57CB957D-BD18-435A-880B-DE39F0A8B70B}" dt="2024-06-24T12:56:42.521" v="1392" actId="478"/>
          <ac:picMkLst>
            <pc:docMk/>
            <pc:sldMk cId="1925074880" sldId="317"/>
            <ac:picMk id="19" creationId="{75AFBCF8-5036-601B-111F-C4DFC86A010B}"/>
          </ac:picMkLst>
        </pc:picChg>
        <pc:picChg chg="add mod">
          <ac:chgData name="LUCIANO VITALE" userId="3a6b6f2d-ceea-4a5a-b4fe-aae62ca44617" providerId="ADAL" clId="{57CB957D-BD18-435A-880B-DE39F0A8B70B}" dt="2024-09-21T11:58:26.355" v="7444" actId="1076"/>
          <ac:picMkLst>
            <pc:docMk/>
            <pc:sldMk cId="1925074880" sldId="317"/>
            <ac:picMk id="19" creationId="{AB236B67-F222-FBE6-94A7-589F42BA97FD}"/>
          </ac:picMkLst>
        </pc:picChg>
        <pc:picChg chg="del">
          <ac:chgData name="LUCIANO VITALE" userId="3a6b6f2d-ceea-4a5a-b4fe-aae62ca44617" providerId="ADAL" clId="{57CB957D-BD18-435A-880B-DE39F0A8B70B}" dt="2024-06-24T12:56:44.250" v="1393" actId="478"/>
          <ac:picMkLst>
            <pc:docMk/>
            <pc:sldMk cId="1925074880" sldId="317"/>
            <ac:picMk id="21" creationId="{42B456E1-7843-81F3-2656-2838756847E8}"/>
          </ac:picMkLst>
        </pc:picChg>
        <pc:picChg chg="add mod">
          <ac:chgData name="LUCIANO VITALE" userId="3a6b6f2d-ceea-4a5a-b4fe-aae62ca44617" providerId="ADAL" clId="{57CB957D-BD18-435A-880B-DE39F0A8B70B}" dt="2024-09-21T11:50:11.040" v="7413" actId="1076"/>
          <ac:picMkLst>
            <pc:docMk/>
            <pc:sldMk cId="1925074880" sldId="317"/>
            <ac:picMk id="38" creationId="{D6F71792-2CAD-0CF7-73A8-B884860B2857}"/>
          </ac:picMkLst>
        </pc:picChg>
        <pc:picChg chg="add mod">
          <ac:chgData name="LUCIANO VITALE" userId="3a6b6f2d-ceea-4a5a-b4fe-aae62ca44617" providerId="ADAL" clId="{57CB957D-BD18-435A-880B-DE39F0A8B70B}" dt="2024-09-21T11:50:06.761" v="7412" actId="1076"/>
          <ac:picMkLst>
            <pc:docMk/>
            <pc:sldMk cId="1925074880" sldId="317"/>
            <ac:picMk id="39" creationId="{1225DB80-90E4-2AF8-923E-9BB8C9B17D9A}"/>
          </ac:picMkLst>
        </pc:picChg>
        <pc:picChg chg="add mod">
          <ac:chgData name="LUCIANO VITALE" userId="3a6b6f2d-ceea-4a5a-b4fe-aae62ca44617" providerId="ADAL" clId="{57CB957D-BD18-435A-880B-DE39F0A8B70B}" dt="2024-09-21T11:58:02.760" v="7441" actId="1076"/>
          <ac:picMkLst>
            <pc:docMk/>
            <pc:sldMk cId="1925074880" sldId="317"/>
            <ac:picMk id="40" creationId="{431AC493-BF1C-6DFD-FE15-4C1E3F3CB1AC}"/>
          </ac:picMkLst>
        </pc:picChg>
        <pc:cxnChg chg="add del mod">
          <ac:chgData name="LUCIANO VITALE" userId="3a6b6f2d-ceea-4a5a-b4fe-aae62ca44617" providerId="ADAL" clId="{57CB957D-BD18-435A-880B-DE39F0A8B70B}" dt="2024-09-21T11:44:35.934" v="7324" actId="478"/>
          <ac:cxnSpMkLst>
            <pc:docMk/>
            <pc:sldMk cId="1925074880" sldId="317"/>
            <ac:cxnSpMk id="2" creationId="{328AC9CD-0422-4C82-875F-B225C59D5C00}"/>
          </ac:cxnSpMkLst>
        </pc:cxnChg>
        <pc:cxnChg chg="del">
          <ac:chgData name="LUCIANO VITALE" userId="3a6b6f2d-ceea-4a5a-b4fe-aae62ca44617" providerId="ADAL" clId="{57CB957D-BD18-435A-880B-DE39F0A8B70B}" dt="2024-06-24T12:56:45.949" v="1394" actId="478"/>
          <ac:cxnSpMkLst>
            <pc:docMk/>
            <pc:sldMk cId="1925074880" sldId="317"/>
            <ac:cxnSpMk id="2" creationId="{CEA59A6A-41E4-F292-0D43-B99C8DAC2796}"/>
          </ac:cxnSpMkLst>
        </pc:cxnChg>
        <pc:cxnChg chg="add mod">
          <ac:chgData name="LUCIANO VITALE" userId="3a6b6f2d-ceea-4a5a-b4fe-aae62ca44617" providerId="ADAL" clId="{57CB957D-BD18-435A-880B-DE39F0A8B70B}" dt="2024-09-21T11:43:17.036" v="7299" actId="1076"/>
          <ac:cxnSpMkLst>
            <pc:docMk/>
            <pc:sldMk cId="1925074880" sldId="317"/>
            <ac:cxnSpMk id="7" creationId="{5897338A-A203-CBE6-A4E7-F626185B34B8}"/>
          </ac:cxnSpMkLst>
        </pc:cxnChg>
        <pc:cxnChg chg="add mod">
          <ac:chgData name="LUCIANO VITALE" userId="3a6b6f2d-ceea-4a5a-b4fe-aae62ca44617" providerId="ADAL" clId="{57CB957D-BD18-435A-880B-DE39F0A8B70B}" dt="2024-06-24T12:58:44.014" v="1411"/>
          <ac:cxnSpMkLst>
            <pc:docMk/>
            <pc:sldMk cId="1925074880" sldId="317"/>
            <ac:cxnSpMk id="11" creationId="{6B20EA08-C225-6BAF-D09E-424521F56A7A}"/>
          </ac:cxnSpMkLst>
        </pc:cxnChg>
        <pc:cxnChg chg="add mod">
          <ac:chgData name="LUCIANO VITALE" userId="3a6b6f2d-ceea-4a5a-b4fe-aae62ca44617" providerId="ADAL" clId="{57CB957D-BD18-435A-880B-DE39F0A8B70B}" dt="2024-09-21T11:57:26.864" v="7437" actId="1076"/>
          <ac:cxnSpMkLst>
            <pc:docMk/>
            <pc:sldMk cId="1925074880" sldId="317"/>
            <ac:cxnSpMk id="21" creationId="{EB604AAB-6E35-BF2C-5FBC-81DF5931B6C3}"/>
          </ac:cxnSpMkLst>
        </pc:cxnChg>
        <pc:cxnChg chg="add mod">
          <ac:chgData name="LUCIANO VITALE" userId="3a6b6f2d-ceea-4a5a-b4fe-aae62ca44617" providerId="ADAL" clId="{57CB957D-BD18-435A-880B-DE39F0A8B70B}" dt="2024-06-24T12:58:44.014" v="1411"/>
          <ac:cxnSpMkLst>
            <pc:docMk/>
            <pc:sldMk cId="1925074880" sldId="317"/>
            <ac:cxnSpMk id="23" creationId="{3FA44CF6-4A89-45F6-FB16-F7E3EA21BA21}"/>
          </ac:cxnSpMkLst>
        </pc:cxnChg>
        <pc:cxnChg chg="add mod">
          <ac:chgData name="LUCIANO VITALE" userId="3a6b6f2d-ceea-4a5a-b4fe-aae62ca44617" providerId="ADAL" clId="{57CB957D-BD18-435A-880B-DE39F0A8B70B}" dt="2024-09-21T11:49:33.342" v="7407" actId="1076"/>
          <ac:cxnSpMkLst>
            <pc:docMk/>
            <pc:sldMk cId="1925074880" sldId="317"/>
            <ac:cxnSpMk id="29" creationId="{3C0F6F27-C3AB-702B-8736-4158752F5EB4}"/>
          </ac:cxnSpMkLst>
        </pc:cxnChg>
        <pc:cxnChg chg="add mod">
          <ac:chgData name="LUCIANO VITALE" userId="3a6b6f2d-ceea-4a5a-b4fe-aae62ca44617" providerId="ADAL" clId="{57CB957D-BD18-435A-880B-DE39F0A8B70B}" dt="2024-09-21T11:45:17.308" v="7330" actId="1076"/>
          <ac:cxnSpMkLst>
            <pc:docMk/>
            <pc:sldMk cId="1925074880" sldId="317"/>
            <ac:cxnSpMk id="30" creationId="{CA7C55CA-FDFB-1822-9F64-B4090819318E}"/>
          </ac:cxnSpMkLst>
        </pc:cxnChg>
        <pc:cxnChg chg="add mod">
          <ac:chgData name="LUCIANO VITALE" userId="3a6b6f2d-ceea-4a5a-b4fe-aae62ca44617" providerId="ADAL" clId="{57CB957D-BD18-435A-880B-DE39F0A8B70B}" dt="2024-09-21T11:55:59.734" v="7423" actId="1076"/>
          <ac:cxnSpMkLst>
            <pc:docMk/>
            <pc:sldMk cId="1925074880" sldId="317"/>
            <ac:cxnSpMk id="31" creationId="{686C0F99-A45B-561A-7821-731A650EDA03}"/>
          </ac:cxnSpMkLst>
        </pc:cxnChg>
      </pc:sldChg>
      <pc:sldChg chg="addSp modSp del mod">
        <pc:chgData name="LUCIANO VITALE" userId="3a6b6f2d-ceea-4a5a-b4fe-aae62ca44617" providerId="ADAL" clId="{57CB957D-BD18-435A-880B-DE39F0A8B70B}" dt="2024-06-24T12:13:27.483" v="210" actId="2696"/>
        <pc:sldMkLst>
          <pc:docMk/>
          <pc:sldMk cId="807860715" sldId="318"/>
        </pc:sldMkLst>
        <pc:picChg chg="add mod">
          <ac:chgData name="LUCIANO VITALE" userId="3a6b6f2d-ceea-4a5a-b4fe-aae62ca44617" providerId="ADAL" clId="{57CB957D-BD18-435A-880B-DE39F0A8B70B}" dt="2024-06-24T11:58:13.970" v="38" actId="962"/>
          <ac:picMkLst>
            <pc:docMk/>
            <pc:sldMk cId="807860715" sldId="318"/>
            <ac:picMk id="7" creationId="{A2316724-F36A-FB29-4284-9A061C776627}"/>
          </ac:picMkLst>
        </pc:picChg>
      </pc:sldChg>
      <pc:sldChg chg="modSp mod">
        <pc:chgData name="LUCIANO VITALE" userId="3a6b6f2d-ceea-4a5a-b4fe-aae62ca44617" providerId="ADAL" clId="{57CB957D-BD18-435A-880B-DE39F0A8B70B}" dt="2024-09-23T15:08:34.462" v="8136" actId="20577"/>
        <pc:sldMkLst>
          <pc:docMk/>
          <pc:sldMk cId="3893940039" sldId="318"/>
        </pc:sldMkLst>
        <pc:spChg chg="mod">
          <ac:chgData name="LUCIANO VITALE" userId="3a6b6f2d-ceea-4a5a-b4fe-aae62ca44617" providerId="ADAL" clId="{57CB957D-BD18-435A-880B-DE39F0A8B70B}" dt="2024-09-21T14:09:37.525" v="8103" actId="113"/>
          <ac:spMkLst>
            <pc:docMk/>
            <pc:sldMk cId="3893940039" sldId="318"/>
            <ac:spMk id="2" creationId="{DA860699-3200-7D16-9572-B39FCB85B515}"/>
          </ac:spMkLst>
        </pc:spChg>
        <pc:spChg chg="mod">
          <ac:chgData name="LUCIANO VITALE" userId="3a6b6f2d-ceea-4a5a-b4fe-aae62ca44617" providerId="ADAL" clId="{57CB957D-BD18-435A-880B-DE39F0A8B70B}" dt="2024-09-23T15:08:34.462" v="8136" actId="20577"/>
          <ac:spMkLst>
            <pc:docMk/>
            <pc:sldMk cId="3893940039" sldId="318"/>
            <ac:spMk id="3" creationId="{628A9573-1169-BFAB-1624-9BB44CA7B31B}"/>
          </ac:spMkLst>
        </pc:spChg>
        <pc:picChg chg="mod">
          <ac:chgData name="LUCIANO VITALE" userId="3a6b6f2d-ceea-4a5a-b4fe-aae62ca44617" providerId="ADAL" clId="{57CB957D-BD18-435A-880B-DE39F0A8B70B}" dt="2024-09-21T12:34:20.129" v="7697" actId="1076"/>
          <ac:picMkLst>
            <pc:docMk/>
            <pc:sldMk cId="3893940039" sldId="318"/>
            <ac:picMk id="9" creationId="{979B607D-E95C-41DD-D64B-5097492DBC2B}"/>
          </ac:picMkLst>
        </pc:picChg>
        <pc:picChg chg="mod">
          <ac:chgData name="LUCIANO VITALE" userId="3a6b6f2d-ceea-4a5a-b4fe-aae62ca44617" providerId="ADAL" clId="{57CB957D-BD18-435A-880B-DE39F0A8B70B}" dt="2024-09-21T12:34:11.290" v="7695" actId="1076"/>
          <ac:picMkLst>
            <pc:docMk/>
            <pc:sldMk cId="3893940039" sldId="318"/>
            <ac:picMk id="11" creationId="{EDE765DC-1DBB-C654-164C-652B4FEE379E}"/>
          </ac:picMkLst>
        </pc:picChg>
      </pc:sldChg>
      <pc:sldChg chg="addSp delSp modSp new del mod">
        <pc:chgData name="LUCIANO VITALE" userId="3a6b6f2d-ceea-4a5a-b4fe-aae62ca44617" providerId="ADAL" clId="{57CB957D-BD18-435A-880B-DE39F0A8B70B}" dt="2024-06-24T12:59:10.093" v="1413" actId="2696"/>
        <pc:sldMkLst>
          <pc:docMk/>
          <pc:sldMk cId="4259457692" sldId="318"/>
        </pc:sldMkLst>
        <pc:spChg chg="del">
          <ac:chgData name="LUCIANO VITALE" userId="3a6b6f2d-ceea-4a5a-b4fe-aae62ca44617" providerId="ADAL" clId="{57CB957D-BD18-435A-880B-DE39F0A8B70B}" dt="2024-06-24T12:35:37.633" v="1188" actId="21"/>
          <ac:spMkLst>
            <pc:docMk/>
            <pc:sldMk cId="4259457692" sldId="318"/>
            <ac:spMk id="2" creationId="{02D0C4A3-4DDE-C972-B884-DEA0B62DD691}"/>
          </ac:spMkLst>
        </pc:spChg>
        <pc:spChg chg="del">
          <ac:chgData name="LUCIANO VITALE" userId="3a6b6f2d-ceea-4a5a-b4fe-aae62ca44617" providerId="ADAL" clId="{57CB957D-BD18-435A-880B-DE39F0A8B70B}" dt="2024-06-24T12:35:49.047" v="1189" actId="21"/>
          <ac:spMkLst>
            <pc:docMk/>
            <pc:sldMk cId="4259457692" sldId="318"/>
            <ac:spMk id="3" creationId="{DEB0E251-7FA3-903B-CEF0-D7335A3F77EB}"/>
          </ac:spMkLst>
        </pc:spChg>
        <pc:spChg chg="add mod">
          <ac:chgData name="LUCIANO VITALE" userId="3a6b6f2d-ceea-4a5a-b4fe-aae62ca44617" providerId="ADAL" clId="{57CB957D-BD18-435A-880B-DE39F0A8B70B}" dt="2024-06-24T12:40:41.453" v="1221" actId="14100"/>
          <ac:spMkLst>
            <pc:docMk/>
            <pc:sldMk cId="4259457692" sldId="318"/>
            <ac:spMk id="4" creationId="{FA9591A6-B63F-95A7-C091-711CF9391B75}"/>
          </ac:spMkLst>
        </pc:spChg>
        <pc:spChg chg="add mod">
          <ac:chgData name="LUCIANO VITALE" userId="3a6b6f2d-ceea-4a5a-b4fe-aae62ca44617" providerId="ADAL" clId="{57CB957D-BD18-435A-880B-DE39F0A8B70B}" dt="2024-06-24T12:41:27.936" v="1228" actId="1076"/>
          <ac:spMkLst>
            <pc:docMk/>
            <pc:sldMk cId="4259457692" sldId="318"/>
            <ac:spMk id="10" creationId="{915E87A7-B740-19FA-9E38-723BCAA00638}"/>
          </ac:spMkLst>
        </pc:spChg>
        <pc:spChg chg="add mod">
          <ac:chgData name="LUCIANO VITALE" userId="3a6b6f2d-ceea-4a5a-b4fe-aae62ca44617" providerId="ADAL" clId="{57CB957D-BD18-435A-880B-DE39F0A8B70B}" dt="2024-06-24T12:41:04.557" v="1224" actId="1076"/>
          <ac:spMkLst>
            <pc:docMk/>
            <pc:sldMk cId="4259457692" sldId="318"/>
            <ac:spMk id="11" creationId="{B445F2DA-5C2D-F236-8ECF-61BA5FC37D0D}"/>
          </ac:spMkLst>
        </pc:spChg>
        <pc:spChg chg="add del">
          <ac:chgData name="LUCIANO VITALE" userId="3a6b6f2d-ceea-4a5a-b4fe-aae62ca44617" providerId="ADAL" clId="{57CB957D-BD18-435A-880B-DE39F0A8B70B}" dt="2024-06-24T12:39:16.573" v="1208" actId="478"/>
          <ac:spMkLst>
            <pc:docMk/>
            <pc:sldMk cId="4259457692" sldId="318"/>
            <ac:spMk id="12" creationId="{EC328AC1-5F22-064A-5AC0-7A5C4C636D7A}"/>
          </ac:spMkLst>
        </pc:spChg>
        <pc:spChg chg="add mod">
          <ac:chgData name="LUCIANO VITALE" userId="3a6b6f2d-ceea-4a5a-b4fe-aae62ca44617" providerId="ADAL" clId="{57CB957D-BD18-435A-880B-DE39F0A8B70B}" dt="2024-06-24T12:40:48.372" v="1222" actId="1076"/>
          <ac:spMkLst>
            <pc:docMk/>
            <pc:sldMk cId="4259457692" sldId="318"/>
            <ac:spMk id="13" creationId="{7080208D-A22B-787F-2D2C-8BB03F8CEDA5}"/>
          </ac:spMkLst>
        </pc:spChg>
        <pc:spChg chg="add mod">
          <ac:chgData name="LUCIANO VITALE" userId="3a6b6f2d-ceea-4a5a-b4fe-aae62ca44617" providerId="ADAL" clId="{57CB957D-BD18-435A-880B-DE39F0A8B70B}" dt="2024-06-24T12:41:09.278" v="1225" actId="1076"/>
          <ac:spMkLst>
            <pc:docMk/>
            <pc:sldMk cId="4259457692" sldId="318"/>
            <ac:spMk id="14" creationId="{69CB6099-C370-1150-E307-369E5C233F9A}"/>
          </ac:spMkLst>
        </pc:spChg>
        <pc:spChg chg="add mod">
          <ac:chgData name="LUCIANO VITALE" userId="3a6b6f2d-ceea-4a5a-b4fe-aae62ca44617" providerId="ADAL" clId="{57CB957D-BD18-435A-880B-DE39F0A8B70B}" dt="2024-06-24T12:49:43.751" v="1355" actId="1076"/>
          <ac:spMkLst>
            <pc:docMk/>
            <pc:sldMk cId="4259457692" sldId="318"/>
            <ac:spMk id="15" creationId="{0C31CB1D-11C1-35E2-3CEB-BB672FEAA429}"/>
          </ac:spMkLst>
        </pc:spChg>
        <pc:spChg chg="add mod">
          <ac:chgData name="LUCIANO VITALE" userId="3a6b6f2d-ceea-4a5a-b4fe-aae62ca44617" providerId="ADAL" clId="{57CB957D-BD18-435A-880B-DE39F0A8B70B}" dt="2024-06-24T12:48:12" v="1320" actId="113"/>
          <ac:spMkLst>
            <pc:docMk/>
            <pc:sldMk cId="4259457692" sldId="318"/>
            <ac:spMk id="19" creationId="{ED433DCA-C57A-FACF-2CC6-5E7BA05E5F1C}"/>
          </ac:spMkLst>
        </pc:spChg>
        <pc:spChg chg="add mod">
          <ac:chgData name="LUCIANO VITALE" userId="3a6b6f2d-ceea-4a5a-b4fe-aae62ca44617" providerId="ADAL" clId="{57CB957D-BD18-435A-880B-DE39F0A8B70B}" dt="2024-06-24T12:48:17.015" v="1321" actId="113"/>
          <ac:spMkLst>
            <pc:docMk/>
            <pc:sldMk cId="4259457692" sldId="318"/>
            <ac:spMk id="20" creationId="{0A11E13A-A995-F769-336F-2127BC505A55}"/>
          </ac:spMkLst>
        </pc:spChg>
        <pc:spChg chg="add del mod">
          <ac:chgData name="LUCIANO VITALE" userId="3a6b6f2d-ceea-4a5a-b4fe-aae62ca44617" providerId="ADAL" clId="{57CB957D-BD18-435A-880B-DE39F0A8B70B}" dt="2024-06-24T12:43:51.657" v="1254" actId="478"/>
          <ac:spMkLst>
            <pc:docMk/>
            <pc:sldMk cId="4259457692" sldId="318"/>
            <ac:spMk id="21" creationId="{BC644135-45A0-2EEE-926E-0C4ABAE04813}"/>
          </ac:spMkLst>
        </pc:spChg>
        <pc:spChg chg="add mod">
          <ac:chgData name="LUCIANO VITALE" userId="3a6b6f2d-ceea-4a5a-b4fe-aae62ca44617" providerId="ADAL" clId="{57CB957D-BD18-435A-880B-DE39F0A8B70B}" dt="2024-06-24T12:48:24.058" v="1322" actId="113"/>
          <ac:spMkLst>
            <pc:docMk/>
            <pc:sldMk cId="4259457692" sldId="318"/>
            <ac:spMk id="22" creationId="{658521E7-745F-8FC4-A144-086809191D1D}"/>
          </ac:spMkLst>
        </pc:spChg>
        <pc:spChg chg="add mod">
          <ac:chgData name="LUCIANO VITALE" userId="3a6b6f2d-ceea-4a5a-b4fe-aae62ca44617" providerId="ADAL" clId="{57CB957D-BD18-435A-880B-DE39F0A8B70B}" dt="2024-06-24T12:48:29.342" v="1323" actId="113"/>
          <ac:spMkLst>
            <pc:docMk/>
            <pc:sldMk cId="4259457692" sldId="318"/>
            <ac:spMk id="23" creationId="{9181CE24-1CAF-70F5-7A6F-DD536CE7B8A8}"/>
          </ac:spMkLst>
        </pc:spChg>
        <pc:spChg chg="add mod">
          <ac:chgData name="LUCIANO VITALE" userId="3a6b6f2d-ceea-4a5a-b4fe-aae62ca44617" providerId="ADAL" clId="{57CB957D-BD18-435A-880B-DE39F0A8B70B}" dt="2024-06-24T12:49:00.553" v="1330" actId="113"/>
          <ac:spMkLst>
            <pc:docMk/>
            <pc:sldMk cId="4259457692" sldId="318"/>
            <ac:spMk id="24" creationId="{BCACC4D9-C0F2-E3C3-CEA4-56D843E450CC}"/>
          </ac:spMkLst>
        </pc:spChg>
        <pc:spChg chg="add mod">
          <ac:chgData name="LUCIANO VITALE" userId="3a6b6f2d-ceea-4a5a-b4fe-aae62ca44617" providerId="ADAL" clId="{57CB957D-BD18-435A-880B-DE39F0A8B70B}" dt="2024-06-24T12:49:51.519" v="1356" actId="1076"/>
          <ac:spMkLst>
            <pc:docMk/>
            <pc:sldMk cId="4259457692" sldId="318"/>
            <ac:spMk id="25" creationId="{6B510D77-B8EC-C2B4-4F0E-B4024DA52B1F}"/>
          </ac:spMkLst>
        </pc:spChg>
        <pc:picChg chg="add del">
          <ac:chgData name="LUCIANO VITALE" userId="3a6b6f2d-ceea-4a5a-b4fe-aae62ca44617" providerId="ADAL" clId="{57CB957D-BD18-435A-880B-DE39F0A8B70B}" dt="2024-06-24T12:56:21.827" v="1386" actId="478"/>
          <ac:picMkLst>
            <pc:docMk/>
            <pc:sldMk cId="4259457692" sldId="318"/>
            <ac:picMk id="2" creationId="{B6EA736F-84D3-976A-55C4-8C6C5071EBEC}"/>
          </ac:picMkLst>
        </pc:picChg>
        <pc:picChg chg="add mod">
          <ac:chgData name="LUCIANO VITALE" userId="3a6b6f2d-ceea-4a5a-b4fe-aae62ca44617" providerId="ADAL" clId="{57CB957D-BD18-435A-880B-DE39F0A8B70B}" dt="2024-06-24T12:50:42.915" v="1363" actId="1076"/>
          <ac:picMkLst>
            <pc:docMk/>
            <pc:sldMk cId="4259457692" sldId="318"/>
            <ac:picMk id="27" creationId="{189C1548-E616-B188-E760-4E04DBF42CE3}"/>
          </ac:picMkLst>
        </pc:picChg>
        <pc:picChg chg="add mod">
          <ac:chgData name="LUCIANO VITALE" userId="3a6b6f2d-ceea-4a5a-b4fe-aae62ca44617" providerId="ADAL" clId="{57CB957D-BD18-435A-880B-DE39F0A8B70B}" dt="2024-06-24T12:51:06.188" v="1368" actId="1076"/>
          <ac:picMkLst>
            <pc:docMk/>
            <pc:sldMk cId="4259457692" sldId="318"/>
            <ac:picMk id="28" creationId="{5EC5E496-4CA5-338A-6F07-290B59446C3E}"/>
          </ac:picMkLst>
        </pc:picChg>
        <pc:picChg chg="add mod">
          <ac:chgData name="LUCIANO VITALE" userId="3a6b6f2d-ceea-4a5a-b4fe-aae62ca44617" providerId="ADAL" clId="{57CB957D-BD18-435A-880B-DE39F0A8B70B}" dt="2024-06-24T12:52:59.466" v="1384" actId="1076"/>
          <ac:picMkLst>
            <pc:docMk/>
            <pc:sldMk cId="4259457692" sldId="318"/>
            <ac:picMk id="29" creationId="{EE4ED4EF-4A67-2674-BBA2-10393F8B5165}"/>
          </ac:picMkLst>
        </pc:picChg>
        <pc:cxnChg chg="add del mod">
          <ac:chgData name="LUCIANO VITALE" userId="3a6b6f2d-ceea-4a5a-b4fe-aae62ca44617" providerId="ADAL" clId="{57CB957D-BD18-435A-880B-DE39F0A8B70B}" dt="2024-06-24T12:37:25.092" v="1196" actId="478"/>
          <ac:cxnSpMkLst>
            <pc:docMk/>
            <pc:sldMk cId="4259457692" sldId="318"/>
            <ac:cxnSpMk id="6" creationId="{F2B0911E-167A-9102-9A98-EC34C52512AD}"/>
          </ac:cxnSpMkLst>
        </pc:cxnChg>
        <pc:cxnChg chg="add mod">
          <ac:chgData name="LUCIANO VITALE" userId="3a6b6f2d-ceea-4a5a-b4fe-aae62ca44617" providerId="ADAL" clId="{57CB957D-BD18-435A-880B-DE39F0A8B70B}" dt="2024-06-24T12:37:53.497" v="1199" actId="13822"/>
          <ac:cxnSpMkLst>
            <pc:docMk/>
            <pc:sldMk cId="4259457692" sldId="318"/>
            <ac:cxnSpMk id="8" creationId="{35D50A81-FF6E-471E-D73E-D716ED385562}"/>
          </ac:cxnSpMkLst>
        </pc:cxnChg>
        <pc:cxnChg chg="add mod">
          <ac:chgData name="LUCIANO VITALE" userId="3a6b6f2d-ceea-4a5a-b4fe-aae62ca44617" providerId="ADAL" clId="{57CB957D-BD18-435A-880B-DE39F0A8B70B}" dt="2024-06-24T12:38:15.392" v="1201" actId="1076"/>
          <ac:cxnSpMkLst>
            <pc:docMk/>
            <pc:sldMk cId="4259457692" sldId="318"/>
            <ac:cxnSpMk id="9" creationId="{70C26529-10A1-CF42-BB3B-7718A2959984}"/>
          </ac:cxnSpMkLst>
        </pc:cxnChg>
        <pc:cxnChg chg="add mod">
          <ac:chgData name="LUCIANO VITALE" userId="3a6b6f2d-ceea-4a5a-b4fe-aae62ca44617" providerId="ADAL" clId="{57CB957D-BD18-435A-880B-DE39F0A8B70B}" dt="2024-06-24T12:41:21.104" v="1227" actId="1076"/>
          <ac:cxnSpMkLst>
            <pc:docMk/>
            <pc:sldMk cId="4259457692" sldId="318"/>
            <ac:cxnSpMk id="16" creationId="{FD4777CC-32CE-0DA5-D9B1-F39ADA1E66A6}"/>
          </ac:cxnSpMkLst>
        </pc:cxnChg>
        <pc:cxnChg chg="add mod">
          <ac:chgData name="LUCIANO VITALE" userId="3a6b6f2d-ceea-4a5a-b4fe-aae62ca44617" providerId="ADAL" clId="{57CB957D-BD18-435A-880B-DE39F0A8B70B}" dt="2024-06-24T12:41:42.164" v="1231" actId="1076"/>
          <ac:cxnSpMkLst>
            <pc:docMk/>
            <pc:sldMk cId="4259457692" sldId="318"/>
            <ac:cxnSpMk id="17" creationId="{2C268D2A-F1A0-ACE9-E189-8CDACD64ED61}"/>
          </ac:cxnSpMkLst>
        </pc:cxnChg>
        <pc:cxnChg chg="add mod">
          <ac:chgData name="LUCIANO VITALE" userId="3a6b6f2d-ceea-4a5a-b4fe-aae62ca44617" providerId="ADAL" clId="{57CB957D-BD18-435A-880B-DE39F0A8B70B}" dt="2024-06-24T12:41:59.651" v="1234" actId="1076"/>
          <ac:cxnSpMkLst>
            <pc:docMk/>
            <pc:sldMk cId="4259457692" sldId="318"/>
            <ac:cxnSpMk id="18" creationId="{051F49BB-2742-04DC-A8B9-740A508D54A6}"/>
          </ac:cxnSpMkLst>
        </pc:cxnChg>
      </pc:sldChg>
      <pc:sldChg chg="modSp mod ord">
        <pc:chgData name="LUCIANO VITALE" userId="3a6b6f2d-ceea-4a5a-b4fe-aae62ca44617" providerId="ADAL" clId="{57CB957D-BD18-435A-880B-DE39F0A8B70B}" dt="2024-09-21T14:09:43.780" v="8104" actId="113"/>
        <pc:sldMkLst>
          <pc:docMk/>
          <pc:sldMk cId="1383908707" sldId="319"/>
        </pc:sldMkLst>
        <pc:spChg chg="mod">
          <ac:chgData name="LUCIANO VITALE" userId="3a6b6f2d-ceea-4a5a-b4fe-aae62ca44617" providerId="ADAL" clId="{57CB957D-BD18-435A-880B-DE39F0A8B70B}" dt="2024-09-21T14:09:43.780" v="8104" actId="113"/>
          <ac:spMkLst>
            <pc:docMk/>
            <pc:sldMk cId="1383908707" sldId="319"/>
            <ac:spMk id="2" creationId="{DA860699-3200-7D16-9572-B39FCB85B515}"/>
          </ac:spMkLst>
        </pc:spChg>
        <pc:spChg chg="mod">
          <ac:chgData name="LUCIANO VITALE" userId="3a6b6f2d-ceea-4a5a-b4fe-aae62ca44617" providerId="ADAL" clId="{57CB957D-BD18-435A-880B-DE39F0A8B70B}" dt="2024-09-21T12:35:03.244" v="7699" actId="20577"/>
          <ac:spMkLst>
            <pc:docMk/>
            <pc:sldMk cId="1383908707" sldId="319"/>
            <ac:spMk id="3" creationId="{628A9573-1169-BFAB-1624-9BB44CA7B31B}"/>
          </ac:spMkLst>
        </pc:spChg>
        <pc:picChg chg="mod">
          <ac:chgData name="LUCIANO VITALE" userId="3a6b6f2d-ceea-4a5a-b4fe-aae62ca44617" providerId="ADAL" clId="{57CB957D-BD18-435A-880B-DE39F0A8B70B}" dt="2024-09-21T12:34:50.966" v="7698" actId="14100"/>
          <ac:picMkLst>
            <pc:docMk/>
            <pc:sldMk cId="1383908707" sldId="319"/>
            <ac:picMk id="6" creationId="{9AC85A6E-E40C-F8AE-C454-C5C04E6F7C19}"/>
          </ac:picMkLst>
        </pc:picChg>
      </pc:sldChg>
      <pc:sldChg chg="modSp mod">
        <pc:chgData name="LUCIANO VITALE" userId="3a6b6f2d-ceea-4a5a-b4fe-aae62ca44617" providerId="ADAL" clId="{57CB957D-BD18-435A-880B-DE39F0A8B70B}" dt="2024-09-21T14:09:49.647" v="8105" actId="113"/>
        <pc:sldMkLst>
          <pc:docMk/>
          <pc:sldMk cId="613837580" sldId="320"/>
        </pc:sldMkLst>
        <pc:spChg chg="mod">
          <ac:chgData name="LUCIANO VITALE" userId="3a6b6f2d-ceea-4a5a-b4fe-aae62ca44617" providerId="ADAL" clId="{57CB957D-BD18-435A-880B-DE39F0A8B70B}" dt="2024-09-21T14:09:49.647" v="8105" actId="113"/>
          <ac:spMkLst>
            <pc:docMk/>
            <pc:sldMk cId="613837580" sldId="320"/>
            <ac:spMk id="2" creationId="{DA860699-3200-7D16-9572-B39FCB85B515}"/>
          </ac:spMkLst>
        </pc:spChg>
        <pc:picChg chg="mod">
          <ac:chgData name="LUCIANO VITALE" userId="3a6b6f2d-ceea-4a5a-b4fe-aae62ca44617" providerId="ADAL" clId="{57CB957D-BD18-435A-880B-DE39F0A8B70B}" dt="2024-09-21T12:35:21.938" v="7704" actId="14100"/>
          <ac:picMkLst>
            <pc:docMk/>
            <pc:sldMk cId="613837580" sldId="320"/>
            <ac:picMk id="9" creationId="{D4BAD97C-28F7-96B2-9BBD-0FBB8175628E}"/>
          </ac:picMkLst>
        </pc:picChg>
      </pc:sldChg>
      <pc:sldChg chg="add">
        <pc:chgData name="LUCIANO VITALE" userId="3a6b6f2d-ceea-4a5a-b4fe-aae62ca44617" providerId="ADAL" clId="{57CB957D-BD18-435A-880B-DE39F0A8B70B}" dt="2024-06-24T14:07:56.380" v="1833"/>
        <pc:sldMkLst>
          <pc:docMk/>
          <pc:sldMk cId="3162028131" sldId="321"/>
        </pc:sldMkLst>
      </pc:sldChg>
      <pc:sldChg chg="modSp mod">
        <pc:chgData name="LUCIANO VITALE" userId="3a6b6f2d-ceea-4a5a-b4fe-aae62ca44617" providerId="ADAL" clId="{57CB957D-BD18-435A-880B-DE39F0A8B70B}" dt="2024-09-21T14:09:53.654" v="8106" actId="113"/>
        <pc:sldMkLst>
          <pc:docMk/>
          <pc:sldMk cId="611161410" sldId="322"/>
        </pc:sldMkLst>
        <pc:spChg chg="mod">
          <ac:chgData name="LUCIANO VITALE" userId="3a6b6f2d-ceea-4a5a-b4fe-aae62ca44617" providerId="ADAL" clId="{57CB957D-BD18-435A-880B-DE39F0A8B70B}" dt="2024-09-21T14:09:53.654" v="8106" actId="113"/>
          <ac:spMkLst>
            <pc:docMk/>
            <pc:sldMk cId="611161410" sldId="322"/>
            <ac:spMk id="2" creationId="{DA860699-3200-7D16-9572-B39FCB85B515}"/>
          </ac:spMkLst>
        </pc:spChg>
      </pc:sldChg>
      <pc:sldChg chg="modSp mod">
        <pc:chgData name="LUCIANO VITALE" userId="3a6b6f2d-ceea-4a5a-b4fe-aae62ca44617" providerId="ADAL" clId="{57CB957D-BD18-435A-880B-DE39F0A8B70B}" dt="2024-09-21T14:09:59.301" v="8107" actId="113"/>
        <pc:sldMkLst>
          <pc:docMk/>
          <pc:sldMk cId="2244855084" sldId="323"/>
        </pc:sldMkLst>
        <pc:spChg chg="mod">
          <ac:chgData name="LUCIANO VITALE" userId="3a6b6f2d-ceea-4a5a-b4fe-aae62ca44617" providerId="ADAL" clId="{57CB957D-BD18-435A-880B-DE39F0A8B70B}" dt="2024-09-21T14:09:59.301" v="8107" actId="113"/>
          <ac:spMkLst>
            <pc:docMk/>
            <pc:sldMk cId="2244855084" sldId="323"/>
            <ac:spMk id="2" creationId="{DA860699-3200-7D16-9572-B39FCB85B515}"/>
          </ac:spMkLst>
        </pc:spChg>
      </pc:sldChg>
      <pc:sldChg chg="modSp mod">
        <pc:chgData name="LUCIANO VITALE" userId="3a6b6f2d-ceea-4a5a-b4fe-aae62ca44617" providerId="ADAL" clId="{57CB957D-BD18-435A-880B-DE39F0A8B70B}" dt="2024-09-21T14:10:05.878" v="8108" actId="113"/>
        <pc:sldMkLst>
          <pc:docMk/>
          <pc:sldMk cId="1403617284" sldId="324"/>
        </pc:sldMkLst>
        <pc:spChg chg="mod">
          <ac:chgData name="LUCIANO VITALE" userId="3a6b6f2d-ceea-4a5a-b4fe-aae62ca44617" providerId="ADAL" clId="{57CB957D-BD18-435A-880B-DE39F0A8B70B}" dt="2024-09-21T14:10:05.878" v="8108" actId="113"/>
          <ac:spMkLst>
            <pc:docMk/>
            <pc:sldMk cId="1403617284" sldId="324"/>
            <ac:spMk id="2" creationId="{DA860699-3200-7D16-9572-B39FCB85B515}"/>
          </ac:spMkLst>
        </pc:spChg>
      </pc:sldChg>
      <pc:sldChg chg="modSp mod">
        <pc:chgData name="LUCIANO VITALE" userId="3a6b6f2d-ceea-4a5a-b4fe-aae62ca44617" providerId="ADAL" clId="{57CB957D-BD18-435A-880B-DE39F0A8B70B}" dt="2024-09-21T14:10:10.508" v="8109" actId="113"/>
        <pc:sldMkLst>
          <pc:docMk/>
          <pc:sldMk cId="2617441827" sldId="325"/>
        </pc:sldMkLst>
        <pc:spChg chg="mod">
          <ac:chgData name="LUCIANO VITALE" userId="3a6b6f2d-ceea-4a5a-b4fe-aae62ca44617" providerId="ADAL" clId="{57CB957D-BD18-435A-880B-DE39F0A8B70B}" dt="2024-09-21T14:10:10.508" v="8109" actId="113"/>
          <ac:spMkLst>
            <pc:docMk/>
            <pc:sldMk cId="2617441827" sldId="325"/>
            <ac:spMk id="2" creationId="{DA860699-3200-7D16-9572-B39FCB85B515}"/>
          </ac:spMkLst>
        </pc:spChg>
      </pc:sldChg>
      <pc:sldChg chg="addSp modSp new mod ord">
        <pc:chgData name="LUCIANO VITALE" userId="3a6b6f2d-ceea-4a5a-b4fe-aae62ca44617" providerId="ADAL" clId="{57CB957D-BD18-435A-880B-DE39F0A8B70B}" dt="2024-09-21T14:10:19.520" v="8111" actId="113"/>
        <pc:sldMkLst>
          <pc:docMk/>
          <pc:sldMk cId="2554412965" sldId="327"/>
        </pc:sldMkLst>
        <pc:spChg chg="mod">
          <ac:chgData name="LUCIANO VITALE" userId="3a6b6f2d-ceea-4a5a-b4fe-aae62ca44617" providerId="ADAL" clId="{57CB957D-BD18-435A-880B-DE39F0A8B70B}" dt="2024-09-21T14:10:19.520" v="8111" actId="113"/>
          <ac:spMkLst>
            <pc:docMk/>
            <pc:sldMk cId="2554412965" sldId="327"/>
            <ac:spMk id="2" creationId="{4DED5764-0851-7A6C-1159-B573BE6BCE47}"/>
          </ac:spMkLst>
        </pc:spChg>
        <pc:spChg chg="mod">
          <ac:chgData name="LUCIANO VITALE" userId="3a6b6f2d-ceea-4a5a-b4fe-aae62ca44617" providerId="ADAL" clId="{57CB957D-BD18-435A-880B-DE39F0A8B70B}" dt="2024-06-24T15:44:45.146" v="2925" actId="20577"/>
          <ac:spMkLst>
            <pc:docMk/>
            <pc:sldMk cId="2554412965" sldId="327"/>
            <ac:spMk id="3" creationId="{1F3E8D29-EADA-ACEE-818E-F808C4D20044}"/>
          </ac:spMkLst>
        </pc:spChg>
        <pc:spChg chg="add mod">
          <ac:chgData name="LUCIANO VITALE" userId="3a6b6f2d-ceea-4a5a-b4fe-aae62ca44617" providerId="ADAL" clId="{57CB957D-BD18-435A-880B-DE39F0A8B70B}" dt="2024-06-24T15:44:01.254" v="2917" actId="1076"/>
          <ac:spMkLst>
            <pc:docMk/>
            <pc:sldMk cId="2554412965" sldId="327"/>
            <ac:spMk id="8" creationId="{5030694C-F151-2FC1-B29C-126FE0350AAB}"/>
          </ac:spMkLst>
        </pc:spChg>
        <pc:picChg chg="add mod">
          <ac:chgData name="LUCIANO VITALE" userId="3a6b6f2d-ceea-4a5a-b4fe-aae62ca44617" providerId="ADAL" clId="{57CB957D-BD18-435A-880B-DE39F0A8B70B}" dt="2024-06-24T15:54:32.110" v="2996" actId="1362"/>
          <ac:picMkLst>
            <pc:docMk/>
            <pc:sldMk cId="2554412965" sldId="327"/>
            <ac:picMk id="5" creationId="{3DC3B4D8-67D9-BFB4-89A1-77B5491DBAE4}"/>
          </ac:picMkLst>
        </pc:picChg>
        <pc:picChg chg="add mod">
          <ac:chgData name="LUCIANO VITALE" userId="3a6b6f2d-ceea-4a5a-b4fe-aae62ca44617" providerId="ADAL" clId="{57CB957D-BD18-435A-880B-DE39F0A8B70B}" dt="2024-06-24T15:54:36.872" v="2997" actId="1362"/>
          <ac:picMkLst>
            <pc:docMk/>
            <pc:sldMk cId="2554412965" sldId="327"/>
            <ac:picMk id="7" creationId="{29B94A89-B874-5982-7012-C9947204B3BB}"/>
          </ac:picMkLst>
        </pc:picChg>
      </pc:sldChg>
      <pc:sldChg chg="modSp mod">
        <pc:chgData name="LUCIANO VITALE" userId="3a6b6f2d-ceea-4a5a-b4fe-aae62ca44617" providerId="ADAL" clId="{57CB957D-BD18-435A-880B-DE39F0A8B70B}" dt="2024-09-21T14:10:14.367" v="8110" actId="113"/>
        <pc:sldMkLst>
          <pc:docMk/>
          <pc:sldMk cId="2297598048" sldId="328"/>
        </pc:sldMkLst>
        <pc:spChg chg="mod">
          <ac:chgData name="LUCIANO VITALE" userId="3a6b6f2d-ceea-4a5a-b4fe-aae62ca44617" providerId="ADAL" clId="{57CB957D-BD18-435A-880B-DE39F0A8B70B}" dt="2024-09-21T14:10:14.367" v="8110" actId="113"/>
          <ac:spMkLst>
            <pc:docMk/>
            <pc:sldMk cId="2297598048" sldId="328"/>
            <ac:spMk id="2" creationId="{DA860699-3200-7D16-9572-B39FCB85B515}"/>
          </ac:spMkLst>
        </pc:spChg>
      </pc:sldChg>
      <pc:sldChg chg="addSp delSp modSp add mod">
        <pc:chgData name="LUCIANO VITALE" userId="3a6b6f2d-ceea-4a5a-b4fe-aae62ca44617" providerId="ADAL" clId="{57CB957D-BD18-435A-880B-DE39F0A8B70B}" dt="2024-09-21T14:10:57.029" v="8116" actId="113"/>
        <pc:sldMkLst>
          <pc:docMk/>
          <pc:sldMk cId="3952132493" sldId="329"/>
        </pc:sldMkLst>
        <pc:spChg chg="mod">
          <ac:chgData name="LUCIANO VITALE" userId="3a6b6f2d-ceea-4a5a-b4fe-aae62ca44617" providerId="ADAL" clId="{57CB957D-BD18-435A-880B-DE39F0A8B70B}" dt="2024-09-21T14:10:57.029" v="8116" actId="113"/>
          <ac:spMkLst>
            <pc:docMk/>
            <pc:sldMk cId="3952132493" sldId="329"/>
            <ac:spMk id="2" creationId="{4DED5764-0851-7A6C-1159-B573BE6BCE47}"/>
          </ac:spMkLst>
        </pc:spChg>
        <pc:spChg chg="mod">
          <ac:chgData name="LUCIANO VITALE" userId="3a6b6f2d-ceea-4a5a-b4fe-aae62ca44617" providerId="ADAL" clId="{57CB957D-BD18-435A-880B-DE39F0A8B70B}" dt="2024-06-24T16:12:26.895" v="3037" actId="20577"/>
          <ac:spMkLst>
            <pc:docMk/>
            <pc:sldMk cId="3952132493" sldId="329"/>
            <ac:spMk id="3" creationId="{1F3E8D29-EADA-ACEE-818E-F808C4D20044}"/>
          </ac:spMkLst>
        </pc:spChg>
        <pc:spChg chg="del mod">
          <ac:chgData name="LUCIANO VITALE" userId="3a6b6f2d-ceea-4a5a-b4fe-aae62ca44617" providerId="ADAL" clId="{57CB957D-BD18-435A-880B-DE39F0A8B70B}" dt="2024-06-24T15:51:50.925" v="2984"/>
          <ac:spMkLst>
            <pc:docMk/>
            <pc:sldMk cId="3952132493" sldId="329"/>
            <ac:spMk id="8" creationId="{5030694C-F151-2FC1-B29C-126FE0350AAB}"/>
          </ac:spMkLst>
        </pc:spChg>
        <pc:spChg chg="add mod">
          <ac:chgData name="LUCIANO VITALE" userId="3a6b6f2d-ceea-4a5a-b4fe-aae62ca44617" providerId="ADAL" clId="{57CB957D-BD18-435A-880B-DE39F0A8B70B}" dt="2024-06-25T18:02:56.594" v="6921" actId="1076"/>
          <ac:spMkLst>
            <pc:docMk/>
            <pc:sldMk cId="3952132493" sldId="329"/>
            <ac:spMk id="9" creationId="{20C52DF7-E775-E123-FF54-BA62C328B783}"/>
          </ac:spMkLst>
        </pc:spChg>
        <pc:picChg chg="del">
          <ac:chgData name="LUCIANO VITALE" userId="3a6b6f2d-ceea-4a5a-b4fe-aae62ca44617" providerId="ADAL" clId="{57CB957D-BD18-435A-880B-DE39F0A8B70B}" dt="2024-06-24T15:51:43.122" v="2980" actId="478"/>
          <ac:picMkLst>
            <pc:docMk/>
            <pc:sldMk cId="3952132493" sldId="329"/>
            <ac:picMk id="5" creationId="{3DC3B4D8-67D9-BFB4-89A1-77B5491DBAE4}"/>
          </ac:picMkLst>
        </pc:picChg>
        <pc:picChg chg="add mod">
          <ac:chgData name="LUCIANO VITALE" userId="3a6b6f2d-ceea-4a5a-b4fe-aae62ca44617" providerId="ADAL" clId="{57CB957D-BD18-435A-880B-DE39F0A8B70B}" dt="2024-06-24T15:54:49.873" v="2998" actId="1076"/>
          <ac:picMkLst>
            <pc:docMk/>
            <pc:sldMk cId="3952132493" sldId="329"/>
            <ac:picMk id="6" creationId="{B905B60F-5F8A-BAA6-DC40-1E4EA0F17610}"/>
          </ac:picMkLst>
        </pc:picChg>
        <pc:picChg chg="del">
          <ac:chgData name="LUCIANO VITALE" userId="3a6b6f2d-ceea-4a5a-b4fe-aae62ca44617" providerId="ADAL" clId="{57CB957D-BD18-435A-880B-DE39F0A8B70B}" dt="2024-06-24T15:51:45.471" v="2981" actId="478"/>
          <ac:picMkLst>
            <pc:docMk/>
            <pc:sldMk cId="3952132493" sldId="329"/>
            <ac:picMk id="7" creationId="{29B94A89-B874-5982-7012-C9947204B3BB}"/>
          </ac:picMkLst>
        </pc:picChg>
      </pc:sldChg>
      <pc:sldChg chg="addSp delSp modSp add mod ord">
        <pc:chgData name="LUCIANO VITALE" userId="3a6b6f2d-ceea-4a5a-b4fe-aae62ca44617" providerId="ADAL" clId="{57CB957D-BD18-435A-880B-DE39F0A8B70B}" dt="2024-09-21T14:10:50.868" v="8115" actId="113"/>
        <pc:sldMkLst>
          <pc:docMk/>
          <pc:sldMk cId="694226501" sldId="330"/>
        </pc:sldMkLst>
        <pc:spChg chg="add del mod">
          <ac:chgData name="LUCIANO VITALE" userId="3a6b6f2d-ceea-4a5a-b4fe-aae62ca44617" providerId="ADAL" clId="{57CB957D-BD18-435A-880B-DE39F0A8B70B}" dt="2024-06-25T17:03:03.639" v="5474"/>
          <ac:spMkLst>
            <pc:docMk/>
            <pc:sldMk cId="694226501" sldId="330"/>
            <ac:spMk id="2" creationId="{26F9EB70-51CD-A07E-A61C-9FB2DFB9F357}"/>
          </ac:spMkLst>
        </pc:spChg>
        <pc:spChg chg="add del mod">
          <ac:chgData name="LUCIANO VITALE" userId="3a6b6f2d-ceea-4a5a-b4fe-aae62ca44617" providerId="ADAL" clId="{57CB957D-BD18-435A-880B-DE39F0A8B70B}" dt="2024-06-25T17:33:32.636" v="5742"/>
          <ac:spMkLst>
            <pc:docMk/>
            <pc:sldMk cId="694226501" sldId="330"/>
            <ac:spMk id="3" creationId="{B92D9920-6FD3-8FF4-F3F2-A138CCFF9142}"/>
          </ac:spMkLst>
        </pc:spChg>
        <pc:spChg chg="mod">
          <ac:chgData name="LUCIANO VITALE" userId="3a6b6f2d-ceea-4a5a-b4fe-aae62ca44617" providerId="ADAL" clId="{57CB957D-BD18-435A-880B-DE39F0A8B70B}" dt="2024-09-21T14:10:50.868" v="8115" actId="113"/>
          <ac:spMkLst>
            <pc:docMk/>
            <pc:sldMk cId="694226501" sldId="330"/>
            <ac:spMk id="4" creationId="{85151BB3-2D36-CE80-7473-408965790093}"/>
          </ac:spMkLst>
        </pc:spChg>
        <pc:spChg chg="add mod">
          <ac:chgData name="LUCIANO VITALE" userId="3a6b6f2d-ceea-4a5a-b4fe-aae62ca44617" providerId="ADAL" clId="{57CB957D-BD18-435A-880B-DE39F0A8B70B}" dt="2024-06-25T17:54:23.480" v="6411" actId="1076"/>
          <ac:spMkLst>
            <pc:docMk/>
            <pc:sldMk cId="694226501" sldId="330"/>
            <ac:spMk id="6" creationId="{5C791DBC-4C22-2C02-D732-72DB430464CD}"/>
          </ac:spMkLst>
        </pc:spChg>
        <pc:spChg chg="add mod">
          <ac:chgData name="LUCIANO VITALE" userId="3a6b6f2d-ceea-4a5a-b4fe-aae62ca44617" providerId="ADAL" clId="{57CB957D-BD18-435A-880B-DE39F0A8B70B}" dt="2024-09-21T12:40:34.233" v="7706" actId="20577"/>
          <ac:spMkLst>
            <pc:docMk/>
            <pc:sldMk cId="694226501" sldId="330"/>
            <ac:spMk id="7" creationId="{DAB9959D-FB3C-C0B5-3D52-6AAE8C80C82E}"/>
          </ac:spMkLst>
        </pc:spChg>
        <pc:spChg chg="del mod ord">
          <ac:chgData name="LUCIANO VITALE" userId="3a6b6f2d-ceea-4a5a-b4fe-aae62ca44617" providerId="ADAL" clId="{57CB957D-BD18-435A-880B-DE39F0A8B70B}" dt="2024-06-25T17:37:21.083" v="5791" actId="21"/>
          <ac:spMkLst>
            <pc:docMk/>
            <pc:sldMk cId="694226501" sldId="330"/>
            <ac:spMk id="10" creationId="{898C8E4C-C149-8BED-B905-156B027FD817}"/>
          </ac:spMkLst>
        </pc:spChg>
        <pc:picChg chg="mod">
          <ac:chgData name="LUCIANO VITALE" userId="3a6b6f2d-ceea-4a5a-b4fe-aae62ca44617" providerId="ADAL" clId="{57CB957D-BD18-435A-880B-DE39F0A8B70B}" dt="2024-06-25T17:55:38.722" v="6416" actId="1076"/>
          <ac:picMkLst>
            <pc:docMk/>
            <pc:sldMk cId="694226501" sldId="330"/>
            <ac:picMk id="8" creationId="{277BA99B-8491-D809-BEF0-60A05FA6CAB5}"/>
          </ac:picMkLst>
        </pc:picChg>
        <pc:picChg chg="add mod">
          <ac:chgData name="LUCIANO VITALE" userId="3a6b6f2d-ceea-4a5a-b4fe-aae62ca44617" providerId="ADAL" clId="{57CB957D-BD18-435A-880B-DE39F0A8B70B}" dt="2024-06-25T17:55:20.815" v="6415" actId="1076"/>
          <ac:picMkLst>
            <pc:docMk/>
            <pc:sldMk cId="694226501" sldId="330"/>
            <ac:picMk id="11" creationId="{2B6B88AD-4998-712D-7EB9-C3822C11BC83}"/>
          </ac:picMkLst>
        </pc:picChg>
      </pc:sldChg>
      <pc:sldChg chg="addSp delSp modSp mod">
        <pc:chgData name="LUCIANO VITALE" userId="3a6b6f2d-ceea-4a5a-b4fe-aae62ca44617" providerId="ADAL" clId="{57CB957D-BD18-435A-880B-DE39F0A8B70B}" dt="2024-09-21T14:11:26.837" v="8124" actId="113"/>
        <pc:sldMkLst>
          <pc:docMk/>
          <pc:sldMk cId="807283369" sldId="331"/>
        </pc:sldMkLst>
        <pc:spChg chg="mod">
          <ac:chgData name="LUCIANO VITALE" userId="3a6b6f2d-ceea-4a5a-b4fe-aae62ca44617" providerId="ADAL" clId="{57CB957D-BD18-435A-880B-DE39F0A8B70B}" dt="2024-09-21T14:11:26.837" v="8124" actId="113"/>
          <ac:spMkLst>
            <pc:docMk/>
            <pc:sldMk cId="807283369" sldId="331"/>
            <ac:spMk id="12" creationId="{F8FA7DFD-E4F0-EC5C-698E-28A670D86BF7}"/>
          </ac:spMkLst>
        </pc:spChg>
        <pc:spChg chg="mod">
          <ac:chgData name="LUCIANO VITALE" userId="3a6b6f2d-ceea-4a5a-b4fe-aae62ca44617" providerId="ADAL" clId="{57CB957D-BD18-435A-880B-DE39F0A8B70B}" dt="2024-09-21T13:02:52.676" v="7753" actId="20577"/>
          <ac:spMkLst>
            <pc:docMk/>
            <pc:sldMk cId="807283369" sldId="331"/>
            <ac:spMk id="14" creationId="{BECDACB8-9D04-0FF8-3334-CC2F7991C60D}"/>
          </ac:spMkLst>
        </pc:spChg>
        <pc:picChg chg="add mod">
          <ac:chgData name="LUCIANO VITALE" userId="3a6b6f2d-ceea-4a5a-b4fe-aae62ca44617" providerId="ADAL" clId="{57CB957D-BD18-435A-880B-DE39F0A8B70B}" dt="2024-09-21T13:47:32.205" v="7793" actId="1076"/>
          <ac:picMkLst>
            <pc:docMk/>
            <pc:sldMk cId="807283369" sldId="331"/>
            <ac:picMk id="3" creationId="{A710005B-5F2B-9E89-CA84-0D1D92FBFD57}"/>
          </ac:picMkLst>
        </pc:picChg>
        <pc:picChg chg="del">
          <ac:chgData name="LUCIANO VITALE" userId="3a6b6f2d-ceea-4a5a-b4fe-aae62ca44617" providerId="ADAL" clId="{57CB957D-BD18-435A-880B-DE39F0A8B70B}" dt="2024-09-21T13:47:02.892" v="7785" actId="478"/>
          <ac:picMkLst>
            <pc:docMk/>
            <pc:sldMk cId="807283369" sldId="331"/>
            <ac:picMk id="4" creationId="{59058CB7-631F-000E-D9FC-07B5693A8F16}"/>
          </ac:picMkLst>
        </pc:picChg>
      </pc:sldChg>
      <pc:sldChg chg="addSp delSp modSp add mod ord">
        <pc:chgData name="LUCIANO VITALE" userId="3a6b6f2d-ceea-4a5a-b4fe-aae62ca44617" providerId="ADAL" clId="{57CB957D-BD18-435A-880B-DE39F0A8B70B}" dt="2024-09-21T14:10:26.133" v="8112" actId="113"/>
        <pc:sldMkLst>
          <pc:docMk/>
          <pc:sldMk cId="3785478509" sldId="332"/>
        </pc:sldMkLst>
        <pc:spChg chg="mod">
          <ac:chgData name="LUCIANO VITALE" userId="3a6b6f2d-ceea-4a5a-b4fe-aae62ca44617" providerId="ADAL" clId="{57CB957D-BD18-435A-880B-DE39F0A8B70B}" dt="2024-09-21T14:10:26.133" v="8112" actId="113"/>
          <ac:spMkLst>
            <pc:docMk/>
            <pc:sldMk cId="3785478509" sldId="332"/>
            <ac:spMk id="4" creationId="{85151BB3-2D36-CE80-7473-408965790093}"/>
          </ac:spMkLst>
        </pc:spChg>
        <pc:spChg chg="mod">
          <ac:chgData name="LUCIANO VITALE" userId="3a6b6f2d-ceea-4a5a-b4fe-aae62ca44617" providerId="ADAL" clId="{57CB957D-BD18-435A-880B-DE39F0A8B70B}" dt="2024-06-24T16:45:39.453" v="3981" actId="20577"/>
          <ac:spMkLst>
            <pc:docMk/>
            <pc:sldMk cId="3785478509" sldId="332"/>
            <ac:spMk id="10" creationId="{898C8E4C-C149-8BED-B905-156B027FD817}"/>
          </ac:spMkLst>
        </pc:spChg>
        <pc:picChg chg="add mod">
          <ac:chgData name="LUCIANO VITALE" userId="3a6b6f2d-ceea-4a5a-b4fe-aae62ca44617" providerId="ADAL" clId="{57CB957D-BD18-435A-880B-DE39F0A8B70B}" dt="2024-06-24T16:20:54.949" v="3109" actId="962"/>
          <ac:picMkLst>
            <pc:docMk/>
            <pc:sldMk cId="3785478509" sldId="332"/>
            <ac:picMk id="3" creationId="{C0549396-89B0-194E-7522-7F911CB07338}"/>
          </ac:picMkLst>
        </pc:picChg>
        <pc:picChg chg="del">
          <ac:chgData name="LUCIANO VITALE" userId="3a6b6f2d-ceea-4a5a-b4fe-aae62ca44617" providerId="ADAL" clId="{57CB957D-BD18-435A-880B-DE39F0A8B70B}" dt="2024-06-24T16:20:22.419" v="3105" actId="478"/>
          <ac:picMkLst>
            <pc:docMk/>
            <pc:sldMk cId="3785478509" sldId="332"/>
            <ac:picMk id="8" creationId="{277BA99B-8491-D809-BEF0-60A05FA6CAB5}"/>
          </ac:picMkLst>
        </pc:picChg>
      </pc:sldChg>
      <pc:sldChg chg="addSp delSp modSp mod">
        <pc:chgData name="LUCIANO VITALE" userId="3a6b6f2d-ceea-4a5a-b4fe-aae62ca44617" providerId="ADAL" clId="{57CB957D-BD18-435A-880B-DE39F0A8B70B}" dt="2024-09-21T14:15:36.374" v="8134" actId="14100"/>
        <pc:sldMkLst>
          <pc:docMk/>
          <pc:sldMk cId="4133859984" sldId="333"/>
        </pc:sldMkLst>
        <pc:spChg chg="del mod">
          <ac:chgData name="LUCIANO VITALE" userId="3a6b6f2d-ceea-4a5a-b4fe-aae62ca44617" providerId="ADAL" clId="{57CB957D-BD18-435A-880B-DE39F0A8B70B}" dt="2024-09-21T13:59:02.013" v="7892" actId="21"/>
          <ac:spMkLst>
            <pc:docMk/>
            <pc:sldMk cId="4133859984" sldId="333"/>
            <ac:spMk id="7" creationId="{03BE2D7B-8337-24AB-EC33-E017B90F6913}"/>
          </ac:spMkLst>
        </pc:spChg>
        <pc:spChg chg="mod">
          <ac:chgData name="LUCIANO VITALE" userId="3a6b6f2d-ceea-4a5a-b4fe-aae62ca44617" providerId="ADAL" clId="{57CB957D-BD18-435A-880B-DE39F0A8B70B}" dt="2024-09-21T14:00:11.252" v="7916" actId="1076"/>
          <ac:spMkLst>
            <pc:docMk/>
            <pc:sldMk cId="4133859984" sldId="333"/>
            <ac:spMk id="12" creationId="{F8FA7DFD-E4F0-EC5C-698E-28A670D86BF7}"/>
          </ac:spMkLst>
        </pc:spChg>
        <pc:spChg chg="mod">
          <ac:chgData name="LUCIANO VITALE" userId="3a6b6f2d-ceea-4a5a-b4fe-aae62ca44617" providerId="ADAL" clId="{57CB957D-BD18-435A-880B-DE39F0A8B70B}" dt="2024-09-21T14:05:28.439" v="8050" actId="20577"/>
          <ac:spMkLst>
            <pc:docMk/>
            <pc:sldMk cId="4133859984" sldId="333"/>
            <ac:spMk id="16" creationId="{D005490B-DA8A-DAC1-1D1E-684C9F120A52}"/>
          </ac:spMkLst>
        </pc:spChg>
        <pc:spChg chg="mod">
          <ac:chgData name="LUCIANO VITALE" userId="3a6b6f2d-ceea-4a5a-b4fe-aae62ca44617" providerId="ADAL" clId="{57CB957D-BD18-435A-880B-DE39F0A8B70B}" dt="2024-09-21T14:15:36.374" v="8134" actId="14100"/>
          <ac:spMkLst>
            <pc:docMk/>
            <pc:sldMk cId="4133859984" sldId="333"/>
            <ac:spMk id="19" creationId="{0883D92A-CA7F-E01B-EC3F-A02045CA74DE}"/>
          </ac:spMkLst>
        </pc:spChg>
        <pc:picChg chg="add del mod">
          <ac:chgData name="LUCIANO VITALE" userId="3a6b6f2d-ceea-4a5a-b4fe-aae62ca44617" providerId="ADAL" clId="{57CB957D-BD18-435A-880B-DE39F0A8B70B}" dt="2024-09-21T14:02:22.735" v="7938" actId="21"/>
          <ac:picMkLst>
            <pc:docMk/>
            <pc:sldMk cId="4133859984" sldId="333"/>
            <ac:picMk id="2" creationId="{87E7FE41-F704-BD3E-7091-47E9D29C199F}"/>
          </ac:picMkLst>
        </pc:picChg>
        <pc:picChg chg="add del mod">
          <ac:chgData name="LUCIANO VITALE" userId="3a6b6f2d-ceea-4a5a-b4fe-aae62ca44617" providerId="ADAL" clId="{57CB957D-BD18-435A-880B-DE39F0A8B70B}" dt="2024-09-21T14:02:32.703" v="7940" actId="21"/>
          <ac:picMkLst>
            <pc:docMk/>
            <pc:sldMk cId="4133859984" sldId="333"/>
            <ac:picMk id="3" creationId="{0A3CA8BD-11E2-01B8-6542-743A2DBE4AD1}"/>
          </ac:picMkLst>
        </pc:picChg>
        <pc:picChg chg="mod">
          <ac:chgData name="LUCIANO VITALE" userId="3a6b6f2d-ceea-4a5a-b4fe-aae62ca44617" providerId="ADAL" clId="{57CB957D-BD18-435A-880B-DE39F0A8B70B}" dt="2024-09-21T14:00:51.776" v="7926" actId="1076"/>
          <ac:picMkLst>
            <pc:docMk/>
            <pc:sldMk cId="4133859984" sldId="333"/>
            <ac:picMk id="5" creationId="{6438E89E-3AFD-A0FA-FF39-A35C528421C7}"/>
          </ac:picMkLst>
        </pc:picChg>
        <pc:picChg chg="mod">
          <ac:chgData name="LUCIANO VITALE" userId="3a6b6f2d-ceea-4a5a-b4fe-aae62ca44617" providerId="ADAL" clId="{57CB957D-BD18-435A-880B-DE39F0A8B70B}" dt="2024-09-21T14:07:18.543" v="8099" actId="1076"/>
          <ac:picMkLst>
            <pc:docMk/>
            <pc:sldMk cId="4133859984" sldId="333"/>
            <ac:picMk id="11" creationId="{DF93BCB8-6028-B76B-E00B-52E720A5413B}"/>
          </ac:picMkLst>
        </pc:picChg>
        <pc:picChg chg="mod">
          <ac:chgData name="LUCIANO VITALE" userId="3a6b6f2d-ceea-4a5a-b4fe-aae62ca44617" providerId="ADAL" clId="{57CB957D-BD18-435A-880B-DE39F0A8B70B}" dt="2024-09-21T14:07:21.280" v="8100" actId="1076"/>
          <ac:picMkLst>
            <pc:docMk/>
            <pc:sldMk cId="4133859984" sldId="333"/>
            <ac:picMk id="15" creationId="{034C045B-518E-CAA9-675F-1EDD126B3F0C}"/>
          </ac:picMkLst>
        </pc:picChg>
      </pc:sldChg>
      <pc:sldChg chg="addSp delSp modSp add mod">
        <pc:chgData name="LUCIANO VITALE" userId="3a6b6f2d-ceea-4a5a-b4fe-aae62ca44617" providerId="ADAL" clId="{57CB957D-BD18-435A-880B-DE39F0A8B70B}" dt="2024-09-21T14:10:40.198" v="8113" actId="113"/>
        <pc:sldMkLst>
          <pc:docMk/>
          <pc:sldMk cId="3594085377" sldId="334"/>
        </pc:sldMkLst>
        <pc:spChg chg="mod">
          <ac:chgData name="LUCIANO VITALE" userId="3a6b6f2d-ceea-4a5a-b4fe-aae62ca44617" providerId="ADAL" clId="{57CB957D-BD18-435A-880B-DE39F0A8B70B}" dt="2024-09-21T14:10:40.198" v="8113" actId="113"/>
          <ac:spMkLst>
            <pc:docMk/>
            <pc:sldMk cId="3594085377" sldId="334"/>
            <ac:spMk id="4" creationId="{85151BB3-2D36-CE80-7473-408965790093}"/>
          </ac:spMkLst>
        </pc:spChg>
        <pc:spChg chg="add del mod">
          <ac:chgData name="LUCIANO VITALE" userId="3a6b6f2d-ceea-4a5a-b4fe-aae62ca44617" providerId="ADAL" clId="{57CB957D-BD18-435A-880B-DE39F0A8B70B}" dt="2024-06-25T09:18:41.859" v="4786"/>
          <ac:spMkLst>
            <pc:docMk/>
            <pc:sldMk cId="3594085377" sldId="334"/>
            <ac:spMk id="7" creationId="{50600B92-F40B-8C3C-DB41-672580BC041E}"/>
          </ac:spMkLst>
        </pc:spChg>
        <pc:spChg chg="add mod">
          <ac:chgData name="LUCIANO VITALE" userId="3a6b6f2d-ceea-4a5a-b4fe-aae62ca44617" providerId="ADAL" clId="{57CB957D-BD18-435A-880B-DE39F0A8B70B}" dt="2024-06-25T17:01:55.600" v="5457" actId="1076"/>
          <ac:spMkLst>
            <pc:docMk/>
            <pc:sldMk cId="3594085377" sldId="334"/>
            <ac:spMk id="8" creationId="{164F4AF1-079C-4D72-89B2-F46854475668}"/>
          </ac:spMkLst>
        </pc:spChg>
        <pc:spChg chg="add mod">
          <ac:chgData name="LUCIANO VITALE" userId="3a6b6f2d-ceea-4a5a-b4fe-aae62ca44617" providerId="ADAL" clId="{57CB957D-BD18-435A-880B-DE39F0A8B70B}" dt="2024-06-25T09:30:58.082" v="4919"/>
          <ac:spMkLst>
            <pc:docMk/>
            <pc:sldMk cId="3594085377" sldId="334"/>
            <ac:spMk id="9" creationId="{898C8E4C-C149-8BED-B905-156B027FD817}"/>
          </ac:spMkLst>
        </pc:spChg>
        <pc:spChg chg="add del mod">
          <ac:chgData name="LUCIANO VITALE" userId="3a6b6f2d-ceea-4a5a-b4fe-aae62ca44617" providerId="ADAL" clId="{57CB957D-BD18-435A-880B-DE39F0A8B70B}" dt="2024-06-25T17:01:35.109" v="5453" actId="1076"/>
          <ac:spMkLst>
            <pc:docMk/>
            <pc:sldMk cId="3594085377" sldId="334"/>
            <ac:spMk id="10" creationId="{898C8E4C-C149-8BED-B905-156B027FD817}"/>
          </ac:spMkLst>
        </pc:spChg>
        <pc:picChg chg="del">
          <ac:chgData name="LUCIANO VITALE" userId="3a6b6f2d-ceea-4a5a-b4fe-aae62ca44617" providerId="ADAL" clId="{57CB957D-BD18-435A-880B-DE39F0A8B70B}" dt="2024-06-25T09:04:00.650" v="4625" actId="478"/>
          <ac:picMkLst>
            <pc:docMk/>
            <pc:sldMk cId="3594085377" sldId="334"/>
            <ac:picMk id="3" creationId="{9B921B48-A152-DD09-3E9C-4A5D1BA726BB}"/>
          </ac:picMkLst>
        </pc:picChg>
        <pc:picChg chg="add del mod">
          <ac:chgData name="LUCIANO VITALE" userId="3a6b6f2d-ceea-4a5a-b4fe-aae62ca44617" providerId="ADAL" clId="{57CB957D-BD18-435A-880B-DE39F0A8B70B}" dt="2024-06-25T09:18:41.844" v="4784" actId="478"/>
          <ac:picMkLst>
            <pc:docMk/>
            <pc:sldMk cId="3594085377" sldId="334"/>
            <ac:picMk id="6" creationId="{3C4FD1A6-C510-4675-9449-1B92C3684F40}"/>
          </ac:picMkLst>
        </pc:picChg>
      </pc:sldChg>
      <pc:sldChg chg="new del">
        <pc:chgData name="LUCIANO VITALE" userId="3a6b6f2d-ceea-4a5a-b4fe-aae62ca44617" providerId="ADAL" clId="{57CB957D-BD18-435A-880B-DE39F0A8B70B}" dt="2024-09-21T12:57:20.722" v="7709" actId="2696"/>
        <pc:sldMkLst>
          <pc:docMk/>
          <pc:sldMk cId="712873546" sldId="335"/>
        </pc:sldMkLst>
      </pc:sldChg>
      <pc:sldChg chg="modSp add mod ord">
        <pc:chgData name="LUCIANO VITALE" userId="3a6b6f2d-ceea-4a5a-b4fe-aae62ca44617" providerId="ADAL" clId="{57CB957D-BD18-435A-880B-DE39F0A8B70B}" dt="2024-09-21T14:11:03.241" v="8117" actId="113"/>
        <pc:sldMkLst>
          <pc:docMk/>
          <pc:sldMk cId="2587900696" sldId="336"/>
        </pc:sldMkLst>
        <pc:spChg chg="mod">
          <ac:chgData name="LUCIANO VITALE" userId="3a6b6f2d-ceea-4a5a-b4fe-aae62ca44617" providerId="ADAL" clId="{57CB957D-BD18-435A-880B-DE39F0A8B70B}" dt="2024-09-21T14:11:03.241" v="8117" actId="113"/>
          <ac:spMkLst>
            <pc:docMk/>
            <pc:sldMk cId="2587900696" sldId="336"/>
            <ac:spMk id="4" creationId="{85151BB3-2D36-CE80-7473-408965790093}"/>
          </ac:spMkLst>
        </pc:spChg>
        <pc:spChg chg="mod">
          <ac:chgData name="LUCIANO VITALE" userId="3a6b6f2d-ceea-4a5a-b4fe-aae62ca44617" providerId="ADAL" clId="{57CB957D-BD18-435A-880B-DE39F0A8B70B}" dt="2024-09-21T12:58:52.776" v="7712" actId="255"/>
          <ac:spMkLst>
            <pc:docMk/>
            <pc:sldMk cId="2587900696" sldId="336"/>
            <ac:spMk id="11" creationId="{8D9DF528-1BA0-DDC3-73BB-7D63EECED452}"/>
          </ac:spMkLst>
        </pc:spChg>
      </pc:sldChg>
      <pc:sldChg chg="addSp delSp modSp add mod ord">
        <pc:chgData name="LUCIANO VITALE" userId="3a6b6f2d-ceea-4a5a-b4fe-aae62ca44617" providerId="ADAL" clId="{57CB957D-BD18-435A-880B-DE39F0A8B70B}" dt="2024-09-23T15:16:34.292" v="8137" actId="20577"/>
        <pc:sldMkLst>
          <pc:docMk/>
          <pc:sldMk cId="1062389824" sldId="337"/>
        </pc:sldMkLst>
        <pc:spChg chg="mod">
          <ac:chgData name="LUCIANO VITALE" userId="3a6b6f2d-ceea-4a5a-b4fe-aae62ca44617" providerId="ADAL" clId="{57CB957D-BD18-435A-880B-DE39F0A8B70B}" dt="2024-09-21T14:11:14.224" v="8122" actId="20577"/>
          <ac:spMkLst>
            <pc:docMk/>
            <pc:sldMk cId="1062389824" sldId="337"/>
            <ac:spMk id="12" creationId="{F8FA7DFD-E4F0-EC5C-698E-28A670D86BF7}"/>
          </ac:spMkLst>
        </pc:spChg>
        <pc:spChg chg="mod">
          <ac:chgData name="LUCIANO VITALE" userId="3a6b6f2d-ceea-4a5a-b4fe-aae62ca44617" providerId="ADAL" clId="{57CB957D-BD18-435A-880B-DE39F0A8B70B}" dt="2024-09-23T15:16:34.292" v="8137" actId="20577"/>
          <ac:spMkLst>
            <pc:docMk/>
            <pc:sldMk cId="1062389824" sldId="337"/>
            <ac:spMk id="14" creationId="{BECDACB8-9D04-0FF8-3334-CC2F7991C60D}"/>
          </ac:spMkLst>
        </pc:spChg>
        <pc:picChg chg="mod">
          <ac:chgData name="LUCIANO VITALE" userId="3a6b6f2d-ceea-4a5a-b4fe-aae62ca44617" providerId="ADAL" clId="{57CB957D-BD18-435A-880B-DE39F0A8B70B}" dt="2024-09-21T13:41:52.480" v="7769" actId="1076"/>
          <ac:picMkLst>
            <pc:docMk/>
            <pc:sldMk cId="1062389824" sldId="337"/>
            <ac:picMk id="2" creationId="{3DFF37D9-8B9C-116E-5FDB-0F7C99A9BD0A}"/>
          </ac:picMkLst>
        </pc:picChg>
        <pc:picChg chg="mod">
          <ac:chgData name="LUCIANO VITALE" userId="3a6b6f2d-ceea-4a5a-b4fe-aae62ca44617" providerId="ADAL" clId="{57CB957D-BD18-435A-880B-DE39F0A8B70B}" dt="2024-09-21T13:42:27.776" v="7773" actId="1076"/>
          <ac:picMkLst>
            <pc:docMk/>
            <pc:sldMk cId="1062389824" sldId="337"/>
            <ac:picMk id="3" creationId="{BA3C16EF-649C-08B8-482C-95F4B1998790}"/>
          </ac:picMkLst>
        </pc:picChg>
        <pc:picChg chg="del">
          <ac:chgData name="LUCIANO VITALE" userId="3a6b6f2d-ceea-4a5a-b4fe-aae62ca44617" providerId="ADAL" clId="{57CB957D-BD18-435A-880B-DE39F0A8B70B}" dt="2024-09-21T13:40:12.196" v="7755" actId="478"/>
          <ac:picMkLst>
            <pc:docMk/>
            <pc:sldMk cId="1062389824" sldId="337"/>
            <ac:picMk id="5" creationId="{D24487D7-AA11-3AAB-7435-6F96F63FE3CB}"/>
          </ac:picMkLst>
        </pc:picChg>
        <pc:picChg chg="add del mod">
          <ac:chgData name="LUCIANO VITALE" userId="3a6b6f2d-ceea-4a5a-b4fe-aae62ca44617" providerId="ADAL" clId="{57CB957D-BD18-435A-880B-DE39F0A8B70B}" dt="2024-09-21T13:42:39.687" v="7774" actId="1076"/>
          <ac:picMkLst>
            <pc:docMk/>
            <pc:sldMk cId="1062389824" sldId="337"/>
            <ac:picMk id="9" creationId="{3A30E9BB-ABD5-1078-B19A-2FEE5C60BC2D}"/>
          </ac:picMkLst>
        </pc:picChg>
      </pc:sldChg>
    </pc:docChg>
  </pc:docChgLst>
  <pc:docChgLst>
    <pc:chgData name="MARCO SCIORIO" userId="e6591ebd-515b-4e11-bb26-28e4129eb559" providerId="ADAL" clId="{8C1EA7A2-F5B3-E941-AFFF-0C16C6DA167F}"/>
    <pc:docChg chg="undo redo custSel addSld delSld modSld sldOrd">
      <pc:chgData name="MARCO SCIORIO" userId="e6591ebd-515b-4e11-bb26-28e4129eb559" providerId="ADAL" clId="{8C1EA7A2-F5B3-E941-AFFF-0C16C6DA167F}" dt="2024-06-24T16:52:21.446" v="3754" actId="403"/>
      <pc:docMkLst>
        <pc:docMk/>
      </pc:docMkLst>
      <pc:sldChg chg="modSp mod">
        <pc:chgData name="MARCO SCIORIO" userId="e6591ebd-515b-4e11-bb26-28e4129eb559" providerId="ADAL" clId="{8C1EA7A2-F5B3-E941-AFFF-0C16C6DA167F}" dt="2024-06-24T16:47:23.179" v="3748" actId="5793"/>
        <pc:sldMkLst>
          <pc:docMk/>
          <pc:sldMk cId="1094849372" sldId="262"/>
        </pc:sldMkLst>
        <pc:spChg chg="mod">
          <ac:chgData name="MARCO SCIORIO" userId="e6591ebd-515b-4e11-bb26-28e4129eb559" providerId="ADAL" clId="{8C1EA7A2-F5B3-E941-AFFF-0C16C6DA167F}" dt="2024-06-24T16:47:23.179" v="3748" actId="5793"/>
          <ac:spMkLst>
            <pc:docMk/>
            <pc:sldMk cId="1094849372" sldId="262"/>
            <ac:spMk id="13" creationId="{9E919846-BC4B-4ACE-EC4D-2A3F0F9035E3}"/>
          </ac:spMkLst>
        </pc:spChg>
      </pc:sldChg>
      <pc:sldChg chg="del">
        <pc:chgData name="MARCO SCIORIO" userId="e6591ebd-515b-4e11-bb26-28e4129eb559" providerId="ADAL" clId="{8C1EA7A2-F5B3-E941-AFFF-0C16C6DA167F}" dt="2024-06-24T16:36:46.396" v="3355" actId="2696"/>
        <pc:sldMkLst>
          <pc:docMk/>
          <pc:sldMk cId="2575891132" sldId="279"/>
        </pc:sldMkLst>
      </pc:sldChg>
      <pc:sldChg chg="del">
        <pc:chgData name="MARCO SCIORIO" userId="e6591ebd-515b-4e11-bb26-28e4129eb559" providerId="ADAL" clId="{8C1EA7A2-F5B3-E941-AFFF-0C16C6DA167F}" dt="2024-06-24T16:36:46.364" v="3353" actId="2696"/>
        <pc:sldMkLst>
          <pc:docMk/>
          <pc:sldMk cId="2145466069" sldId="280"/>
        </pc:sldMkLst>
      </pc:sldChg>
      <pc:sldChg chg="del">
        <pc:chgData name="MARCO SCIORIO" userId="e6591ebd-515b-4e11-bb26-28e4129eb559" providerId="ADAL" clId="{8C1EA7A2-F5B3-E941-AFFF-0C16C6DA167F}" dt="2024-06-24T16:36:46.264" v="3344" actId="2696"/>
        <pc:sldMkLst>
          <pc:docMk/>
          <pc:sldMk cId="1985121594" sldId="281"/>
        </pc:sldMkLst>
      </pc:sldChg>
      <pc:sldChg chg="del">
        <pc:chgData name="MARCO SCIORIO" userId="e6591ebd-515b-4e11-bb26-28e4129eb559" providerId="ADAL" clId="{8C1EA7A2-F5B3-E941-AFFF-0C16C6DA167F}" dt="2024-06-24T16:36:46.311" v="3352" actId="2696"/>
        <pc:sldMkLst>
          <pc:docMk/>
          <pc:sldMk cId="4015626879" sldId="282"/>
        </pc:sldMkLst>
      </pc:sldChg>
      <pc:sldChg chg="del">
        <pc:chgData name="MARCO SCIORIO" userId="e6591ebd-515b-4e11-bb26-28e4129eb559" providerId="ADAL" clId="{8C1EA7A2-F5B3-E941-AFFF-0C16C6DA167F}" dt="2024-06-24T16:36:46.305" v="3350" actId="2696"/>
        <pc:sldMkLst>
          <pc:docMk/>
          <pc:sldMk cId="2333507831" sldId="287"/>
        </pc:sldMkLst>
      </pc:sldChg>
      <pc:sldChg chg="del">
        <pc:chgData name="MARCO SCIORIO" userId="e6591ebd-515b-4e11-bb26-28e4129eb559" providerId="ADAL" clId="{8C1EA7A2-F5B3-E941-AFFF-0C16C6DA167F}" dt="2024-06-24T16:36:46.258" v="3342" actId="2696"/>
        <pc:sldMkLst>
          <pc:docMk/>
          <pc:sldMk cId="1573973225" sldId="289"/>
        </pc:sldMkLst>
      </pc:sldChg>
      <pc:sldChg chg="del">
        <pc:chgData name="MARCO SCIORIO" userId="e6591ebd-515b-4e11-bb26-28e4129eb559" providerId="ADAL" clId="{8C1EA7A2-F5B3-E941-AFFF-0C16C6DA167F}" dt="2024-06-24T16:36:46.296" v="3347" actId="2696"/>
        <pc:sldMkLst>
          <pc:docMk/>
          <pc:sldMk cId="2528329311" sldId="293"/>
        </pc:sldMkLst>
      </pc:sldChg>
      <pc:sldChg chg="del">
        <pc:chgData name="MARCO SCIORIO" userId="e6591ebd-515b-4e11-bb26-28e4129eb559" providerId="ADAL" clId="{8C1EA7A2-F5B3-E941-AFFF-0C16C6DA167F}" dt="2024-06-24T16:36:46.382" v="3354" actId="2696"/>
        <pc:sldMkLst>
          <pc:docMk/>
          <pc:sldMk cId="3840040605" sldId="294"/>
        </pc:sldMkLst>
      </pc:sldChg>
      <pc:sldChg chg="del">
        <pc:chgData name="MARCO SCIORIO" userId="e6591ebd-515b-4e11-bb26-28e4129eb559" providerId="ADAL" clId="{8C1EA7A2-F5B3-E941-AFFF-0C16C6DA167F}" dt="2024-06-24T16:36:46.261" v="3343" actId="2696"/>
        <pc:sldMkLst>
          <pc:docMk/>
          <pc:sldMk cId="2569762752" sldId="295"/>
        </pc:sldMkLst>
      </pc:sldChg>
      <pc:sldChg chg="del">
        <pc:chgData name="MARCO SCIORIO" userId="e6591ebd-515b-4e11-bb26-28e4129eb559" providerId="ADAL" clId="{8C1EA7A2-F5B3-E941-AFFF-0C16C6DA167F}" dt="2024-06-24T16:36:46.299" v="3348" actId="2696"/>
        <pc:sldMkLst>
          <pc:docMk/>
          <pc:sldMk cId="1465283230" sldId="300"/>
        </pc:sldMkLst>
      </pc:sldChg>
      <pc:sldChg chg="del">
        <pc:chgData name="MARCO SCIORIO" userId="e6591ebd-515b-4e11-bb26-28e4129eb559" providerId="ADAL" clId="{8C1EA7A2-F5B3-E941-AFFF-0C16C6DA167F}" dt="2024-06-24T16:36:46.308" v="3351" actId="2696"/>
        <pc:sldMkLst>
          <pc:docMk/>
          <pc:sldMk cId="1423606537" sldId="304"/>
        </pc:sldMkLst>
      </pc:sldChg>
      <pc:sldChg chg="addSp delSp modSp mod">
        <pc:chgData name="MARCO SCIORIO" userId="e6591ebd-515b-4e11-bb26-28e4129eb559" providerId="ADAL" clId="{8C1EA7A2-F5B3-E941-AFFF-0C16C6DA167F}" dt="2024-06-24T16:13:40.249" v="2848" actId="1076"/>
        <pc:sldMkLst>
          <pc:docMk/>
          <pc:sldMk cId="4063153347" sldId="306"/>
        </pc:sldMkLst>
        <pc:spChg chg="mod">
          <ac:chgData name="MARCO SCIORIO" userId="e6591ebd-515b-4e11-bb26-28e4129eb559" providerId="ADAL" clId="{8C1EA7A2-F5B3-E941-AFFF-0C16C6DA167F}" dt="2024-06-24T16:11:47.749" v="2834" actId="1076"/>
          <ac:spMkLst>
            <pc:docMk/>
            <pc:sldMk cId="4063153347" sldId="306"/>
            <ac:spMk id="6" creationId="{2BE43867-76B4-6588-7B55-F959A40CAD54}"/>
          </ac:spMkLst>
        </pc:spChg>
        <pc:spChg chg="mod">
          <ac:chgData name="MARCO SCIORIO" userId="e6591ebd-515b-4e11-bb26-28e4129eb559" providerId="ADAL" clId="{8C1EA7A2-F5B3-E941-AFFF-0C16C6DA167F}" dt="2024-06-24T15:52:39.388" v="2563" actId="20577"/>
          <ac:spMkLst>
            <pc:docMk/>
            <pc:sldMk cId="4063153347" sldId="306"/>
            <ac:spMk id="12" creationId="{F8FA7DFD-E4F0-EC5C-698E-28A670D86BF7}"/>
          </ac:spMkLst>
        </pc:spChg>
        <pc:spChg chg="mod">
          <ac:chgData name="MARCO SCIORIO" userId="e6591ebd-515b-4e11-bb26-28e4129eb559" providerId="ADAL" clId="{8C1EA7A2-F5B3-E941-AFFF-0C16C6DA167F}" dt="2024-06-24T16:13:40.249" v="2848" actId="1076"/>
          <ac:spMkLst>
            <pc:docMk/>
            <pc:sldMk cId="4063153347" sldId="306"/>
            <ac:spMk id="14" creationId="{BECDACB8-9D04-0FF8-3334-CC2F7991C60D}"/>
          </ac:spMkLst>
        </pc:spChg>
        <pc:picChg chg="del">
          <ac:chgData name="MARCO SCIORIO" userId="e6591ebd-515b-4e11-bb26-28e4129eb559" providerId="ADAL" clId="{8C1EA7A2-F5B3-E941-AFFF-0C16C6DA167F}" dt="2024-06-24T15:52:02.255" v="2550" actId="478"/>
          <ac:picMkLst>
            <pc:docMk/>
            <pc:sldMk cId="4063153347" sldId="306"/>
            <ac:picMk id="2" creationId="{3DFF37D9-8B9C-116E-5FDB-0F7C99A9BD0A}"/>
          </ac:picMkLst>
        </pc:picChg>
        <pc:picChg chg="del">
          <ac:chgData name="MARCO SCIORIO" userId="e6591ebd-515b-4e11-bb26-28e4129eb559" providerId="ADAL" clId="{8C1EA7A2-F5B3-E941-AFFF-0C16C6DA167F}" dt="2024-06-24T16:03:04.101" v="2715" actId="478"/>
          <ac:picMkLst>
            <pc:docMk/>
            <pc:sldMk cId="4063153347" sldId="306"/>
            <ac:picMk id="3" creationId="{BA3C16EF-649C-08B8-482C-95F4B1998790}"/>
          </ac:picMkLst>
        </pc:picChg>
        <pc:picChg chg="add mod">
          <ac:chgData name="MARCO SCIORIO" userId="e6591ebd-515b-4e11-bb26-28e4129eb559" providerId="ADAL" clId="{8C1EA7A2-F5B3-E941-AFFF-0C16C6DA167F}" dt="2024-06-24T16:06:28.200" v="2818" actId="1076"/>
          <ac:picMkLst>
            <pc:docMk/>
            <pc:sldMk cId="4063153347" sldId="306"/>
            <ac:picMk id="4" creationId="{59058CB7-631F-000E-D9FC-07B5693A8F16}"/>
          </ac:picMkLst>
        </pc:picChg>
        <pc:picChg chg="del">
          <ac:chgData name="MARCO SCIORIO" userId="e6591ebd-515b-4e11-bb26-28e4129eb559" providerId="ADAL" clId="{8C1EA7A2-F5B3-E941-AFFF-0C16C6DA167F}" dt="2024-06-24T16:04:29.250" v="2716" actId="478"/>
          <ac:picMkLst>
            <pc:docMk/>
            <pc:sldMk cId="4063153347" sldId="306"/>
            <ac:picMk id="5" creationId="{D24487D7-AA11-3AAB-7435-6F96F63FE3CB}"/>
          </ac:picMkLst>
        </pc:picChg>
        <pc:picChg chg="add del">
          <ac:chgData name="MARCO SCIORIO" userId="e6591ebd-515b-4e11-bb26-28e4129eb559" providerId="ADAL" clId="{8C1EA7A2-F5B3-E941-AFFF-0C16C6DA167F}" dt="2024-06-24T16:06:35.616" v="2821" actId="478"/>
          <ac:picMkLst>
            <pc:docMk/>
            <pc:sldMk cId="4063153347" sldId="306"/>
            <ac:picMk id="7" creationId="{54655831-4CCA-E2ED-33BE-5DAD0FABB780}"/>
          </ac:picMkLst>
        </pc:picChg>
        <pc:picChg chg="add del mod">
          <ac:chgData name="MARCO SCIORIO" userId="e6591ebd-515b-4e11-bb26-28e4129eb559" providerId="ADAL" clId="{8C1EA7A2-F5B3-E941-AFFF-0C16C6DA167F}" dt="2024-06-24T16:11:19.300" v="2826" actId="478"/>
          <ac:picMkLst>
            <pc:docMk/>
            <pc:sldMk cId="4063153347" sldId="306"/>
            <ac:picMk id="8" creationId="{E73631FB-25D2-D3D4-CDB0-5B5E88C7D174}"/>
          </ac:picMkLst>
        </pc:picChg>
        <pc:picChg chg="del">
          <ac:chgData name="MARCO SCIORIO" userId="e6591ebd-515b-4e11-bb26-28e4129eb559" providerId="ADAL" clId="{8C1EA7A2-F5B3-E941-AFFF-0C16C6DA167F}" dt="2024-06-24T16:04:30.400" v="2717" actId="478"/>
          <ac:picMkLst>
            <pc:docMk/>
            <pc:sldMk cId="4063153347" sldId="306"/>
            <ac:picMk id="9" creationId="{3A30E9BB-ABD5-1078-B19A-2FEE5C60BC2D}"/>
          </ac:picMkLst>
        </pc:picChg>
        <pc:picChg chg="add del mod">
          <ac:chgData name="MARCO SCIORIO" userId="e6591ebd-515b-4e11-bb26-28e4129eb559" providerId="ADAL" clId="{8C1EA7A2-F5B3-E941-AFFF-0C16C6DA167F}" dt="2024-06-24T16:11:56.100" v="2835" actId="478"/>
          <ac:picMkLst>
            <pc:docMk/>
            <pc:sldMk cId="4063153347" sldId="306"/>
            <ac:picMk id="10" creationId="{4F359843-4B16-850F-702D-293942053F3A}"/>
          </ac:picMkLst>
        </pc:picChg>
        <pc:picChg chg="add del mod">
          <ac:chgData name="MARCO SCIORIO" userId="e6591ebd-515b-4e11-bb26-28e4129eb559" providerId="ADAL" clId="{8C1EA7A2-F5B3-E941-AFFF-0C16C6DA167F}" dt="2024-06-24T16:13:20.249" v="2838" actId="478"/>
          <ac:picMkLst>
            <pc:docMk/>
            <pc:sldMk cId="4063153347" sldId="306"/>
            <ac:picMk id="11" creationId="{B5D462EE-B7E4-1609-C0A9-922669AC272A}"/>
          </ac:picMkLst>
        </pc:picChg>
        <pc:picChg chg="add mod">
          <ac:chgData name="MARCO SCIORIO" userId="e6591ebd-515b-4e11-bb26-28e4129eb559" providerId="ADAL" clId="{8C1EA7A2-F5B3-E941-AFFF-0C16C6DA167F}" dt="2024-06-24T16:13:35.649" v="2847" actId="1076"/>
          <ac:picMkLst>
            <pc:docMk/>
            <pc:sldMk cId="4063153347" sldId="306"/>
            <ac:picMk id="13" creationId="{142FB03D-C041-31AD-2D81-CD1B2B323114}"/>
          </ac:picMkLst>
        </pc:picChg>
      </pc:sldChg>
      <pc:sldChg chg="del">
        <pc:chgData name="MARCO SCIORIO" userId="e6591ebd-515b-4e11-bb26-28e4129eb559" providerId="ADAL" clId="{8C1EA7A2-F5B3-E941-AFFF-0C16C6DA167F}" dt="2024-06-24T16:36:46.302" v="3349" actId="2696"/>
        <pc:sldMkLst>
          <pc:docMk/>
          <pc:sldMk cId="2045770385" sldId="308"/>
        </pc:sldMkLst>
      </pc:sldChg>
      <pc:sldChg chg="del">
        <pc:chgData name="MARCO SCIORIO" userId="e6591ebd-515b-4e11-bb26-28e4129eb559" providerId="ADAL" clId="{8C1EA7A2-F5B3-E941-AFFF-0C16C6DA167F}" dt="2024-06-24T16:36:46.270" v="3346" actId="2696"/>
        <pc:sldMkLst>
          <pc:docMk/>
          <pc:sldMk cId="1056942067" sldId="309"/>
        </pc:sldMkLst>
      </pc:sldChg>
      <pc:sldChg chg="addSp delSp modSp mod ord">
        <pc:chgData name="MARCO SCIORIO" userId="e6591ebd-515b-4e11-bb26-28e4129eb559" providerId="ADAL" clId="{8C1EA7A2-F5B3-E941-AFFF-0C16C6DA167F}" dt="2024-06-24T16:51:16.278" v="3751" actId="1076"/>
        <pc:sldMkLst>
          <pc:docMk/>
          <pc:sldMk cId="376303459" sldId="315"/>
        </pc:sldMkLst>
        <pc:spChg chg="add del">
          <ac:chgData name="MARCO SCIORIO" userId="e6591ebd-515b-4e11-bb26-28e4129eb559" providerId="ADAL" clId="{8C1EA7A2-F5B3-E941-AFFF-0C16C6DA167F}" dt="2024-06-24T12:56:15.804" v="180" actId="22"/>
          <ac:spMkLst>
            <pc:docMk/>
            <pc:sldMk cId="376303459" sldId="315"/>
            <ac:spMk id="3" creationId="{2EB923F5-12AF-E0FC-6C72-B620A53349BA}"/>
          </ac:spMkLst>
        </pc:spChg>
        <pc:spChg chg="mod">
          <ac:chgData name="MARCO SCIORIO" userId="e6591ebd-515b-4e11-bb26-28e4129eb559" providerId="ADAL" clId="{8C1EA7A2-F5B3-E941-AFFF-0C16C6DA167F}" dt="2024-06-24T12:53:09.561" v="96" actId="1076"/>
          <ac:spMkLst>
            <pc:docMk/>
            <pc:sldMk cId="376303459" sldId="315"/>
            <ac:spMk id="4" creationId="{57A708A3-ACA6-C903-9C5E-9959B23CAF45}"/>
          </ac:spMkLst>
        </pc:spChg>
        <pc:spChg chg="mod">
          <ac:chgData name="MARCO SCIORIO" userId="e6591ebd-515b-4e11-bb26-28e4129eb559" providerId="ADAL" clId="{8C1EA7A2-F5B3-E941-AFFF-0C16C6DA167F}" dt="2024-06-24T12:57:50.042" v="242" actId="20577"/>
          <ac:spMkLst>
            <pc:docMk/>
            <pc:sldMk cId="376303459" sldId="315"/>
            <ac:spMk id="5" creationId="{B6B31B6D-FA2F-FD7B-DAFE-7DB07BD3E4B1}"/>
          </ac:spMkLst>
        </pc:spChg>
        <pc:spChg chg="mod">
          <ac:chgData name="MARCO SCIORIO" userId="e6591ebd-515b-4e11-bb26-28e4129eb559" providerId="ADAL" clId="{8C1EA7A2-F5B3-E941-AFFF-0C16C6DA167F}" dt="2024-06-24T16:51:16.278" v="3751" actId="1076"/>
          <ac:spMkLst>
            <pc:docMk/>
            <pc:sldMk cId="376303459" sldId="315"/>
            <ac:spMk id="7" creationId="{B344EED0-2128-F53A-EB06-1CB97C3D198E}"/>
          </ac:spMkLst>
        </pc:spChg>
        <pc:spChg chg="mod">
          <ac:chgData name="MARCO SCIORIO" userId="e6591ebd-515b-4e11-bb26-28e4129eb559" providerId="ADAL" clId="{8C1EA7A2-F5B3-E941-AFFF-0C16C6DA167F}" dt="2024-06-24T16:51:07.941" v="3749" actId="1076"/>
          <ac:spMkLst>
            <pc:docMk/>
            <pc:sldMk cId="376303459" sldId="315"/>
            <ac:spMk id="8" creationId="{4F88B6CC-B47E-A151-130F-F5BA51BFE3B8}"/>
          </ac:spMkLst>
        </pc:spChg>
        <pc:spChg chg="mod">
          <ac:chgData name="MARCO SCIORIO" userId="e6591ebd-515b-4e11-bb26-28e4129eb559" providerId="ADAL" clId="{8C1EA7A2-F5B3-E941-AFFF-0C16C6DA167F}" dt="2024-06-24T12:55:30.809" v="169" actId="207"/>
          <ac:spMkLst>
            <pc:docMk/>
            <pc:sldMk cId="376303459" sldId="315"/>
            <ac:spMk id="9" creationId="{A1273D69-DD68-8CC7-5B44-2C7E33326B0B}"/>
          </ac:spMkLst>
        </pc:spChg>
      </pc:sldChg>
      <pc:sldChg chg="del">
        <pc:chgData name="MARCO SCIORIO" userId="e6591ebd-515b-4e11-bb26-28e4129eb559" providerId="ADAL" clId="{8C1EA7A2-F5B3-E941-AFFF-0C16C6DA167F}" dt="2024-06-24T16:36:46.267" v="3345" actId="2696"/>
        <pc:sldMkLst>
          <pc:docMk/>
          <pc:sldMk cId="3422648040" sldId="316"/>
        </pc:sldMkLst>
      </pc:sldChg>
      <pc:sldChg chg="addSp delSp modSp add mod">
        <pc:chgData name="MARCO SCIORIO" userId="e6591ebd-515b-4e11-bb26-28e4129eb559" providerId="ADAL" clId="{8C1EA7A2-F5B3-E941-AFFF-0C16C6DA167F}" dt="2024-06-24T16:46:07.179" v="3669" actId="113"/>
        <pc:sldMkLst>
          <pc:docMk/>
          <pc:sldMk cId="3893940039" sldId="318"/>
        </pc:sldMkLst>
        <pc:spChg chg="mod">
          <ac:chgData name="MARCO SCIORIO" userId="e6591ebd-515b-4e11-bb26-28e4129eb559" providerId="ADAL" clId="{8C1EA7A2-F5B3-E941-AFFF-0C16C6DA167F}" dt="2024-06-24T13:11:48.645" v="450" actId="20577"/>
          <ac:spMkLst>
            <pc:docMk/>
            <pc:sldMk cId="3893940039" sldId="318"/>
            <ac:spMk id="2" creationId="{DA860699-3200-7D16-9572-B39FCB85B515}"/>
          </ac:spMkLst>
        </pc:spChg>
        <pc:spChg chg="mod">
          <ac:chgData name="MARCO SCIORIO" userId="e6591ebd-515b-4e11-bb26-28e4129eb559" providerId="ADAL" clId="{8C1EA7A2-F5B3-E941-AFFF-0C16C6DA167F}" dt="2024-06-24T16:46:07.179" v="3669" actId="113"/>
          <ac:spMkLst>
            <pc:docMk/>
            <pc:sldMk cId="3893940039" sldId="318"/>
            <ac:spMk id="3" creationId="{628A9573-1169-BFAB-1624-9BB44CA7B31B}"/>
          </ac:spMkLst>
        </pc:spChg>
        <pc:picChg chg="del">
          <ac:chgData name="MARCO SCIORIO" userId="e6591ebd-515b-4e11-bb26-28e4129eb559" providerId="ADAL" clId="{8C1EA7A2-F5B3-E941-AFFF-0C16C6DA167F}" dt="2024-06-24T13:16:34.177" v="490" actId="478"/>
          <ac:picMkLst>
            <pc:docMk/>
            <pc:sldMk cId="3893940039" sldId="318"/>
            <ac:picMk id="6" creationId="{F0FB014A-8C8D-FEC1-06D6-FED3C03F4454}"/>
          </ac:picMkLst>
        </pc:picChg>
        <pc:picChg chg="add del mod">
          <ac:chgData name="MARCO SCIORIO" userId="e6591ebd-515b-4e11-bb26-28e4129eb559" providerId="ADAL" clId="{8C1EA7A2-F5B3-E941-AFFF-0C16C6DA167F}" dt="2024-06-24T13:25:01.282" v="554" actId="478"/>
          <ac:picMkLst>
            <pc:docMk/>
            <pc:sldMk cId="3893940039" sldId="318"/>
            <ac:picMk id="7" creationId="{FB430865-116B-7778-4AD8-7D88B3355330}"/>
          </ac:picMkLst>
        </pc:picChg>
        <pc:picChg chg="add mod">
          <ac:chgData name="MARCO SCIORIO" userId="e6591ebd-515b-4e11-bb26-28e4129eb559" providerId="ADAL" clId="{8C1EA7A2-F5B3-E941-AFFF-0C16C6DA167F}" dt="2024-06-24T15:56:24.760" v="2585" actId="1076"/>
          <ac:picMkLst>
            <pc:docMk/>
            <pc:sldMk cId="3893940039" sldId="318"/>
            <ac:picMk id="9" creationId="{979B607D-E95C-41DD-D64B-5097492DBC2B}"/>
          </ac:picMkLst>
        </pc:picChg>
        <pc:picChg chg="del">
          <ac:chgData name="MARCO SCIORIO" userId="e6591ebd-515b-4e11-bb26-28e4129eb559" providerId="ADAL" clId="{8C1EA7A2-F5B3-E941-AFFF-0C16C6DA167F}" dt="2024-06-24T13:16:35.279" v="491" actId="478"/>
          <ac:picMkLst>
            <pc:docMk/>
            <pc:sldMk cId="3893940039" sldId="318"/>
            <ac:picMk id="10" creationId="{62B78923-9D81-07A3-7A66-9133C76ABD5D}"/>
          </ac:picMkLst>
        </pc:picChg>
        <pc:picChg chg="add mod">
          <ac:chgData name="MARCO SCIORIO" userId="e6591ebd-515b-4e11-bb26-28e4129eb559" providerId="ADAL" clId="{8C1EA7A2-F5B3-E941-AFFF-0C16C6DA167F}" dt="2024-06-24T15:56:34.106" v="2587" actId="1076"/>
          <ac:picMkLst>
            <pc:docMk/>
            <pc:sldMk cId="3893940039" sldId="318"/>
            <ac:picMk id="11" creationId="{EDE765DC-1DBB-C654-164C-652B4FEE379E}"/>
          </ac:picMkLst>
        </pc:picChg>
        <pc:cxnChg chg="del">
          <ac:chgData name="MARCO SCIORIO" userId="e6591ebd-515b-4e11-bb26-28e4129eb559" providerId="ADAL" clId="{8C1EA7A2-F5B3-E941-AFFF-0C16C6DA167F}" dt="2024-06-24T13:19:02.272" v="530" actId="478"/>
          <ac:cxnSpMkLst>
            <pc:docMk/>
            <pc:sldMk cId="3893940039" sldId="318"/>
            <ac:cxnSpMk id="4" creationId="{6B3D614A-F7D7-1F59-06ED-000CCDFF509D}"/>
          </ac:cxnSpMkLst>
        </pc:cxnChg>
      </pc:sldChg>
      <pc:sldChg chg="addSp delSp modSp add mod">
        <pc:chgData name="MARCO SCIORIO" userId="e6591ebd-515b-4e11-bb26-28e4129eb559" providerId="ADAL" clId="{8C1EA7A2-F5B3-E941-AFFF-0C16C6DA167F}" dt="2024-06-24T15:54:25.707" v="2566" actId="1076"/>
        <pc:sldMkLst>
          <pc:docMk/>
          <pc:sldMk cId="1383908707" sldId="319"/>
        </pc:sldMkLst>
        <pc:spChg chg="mod">
          <ac:chgData name="MARCO SCIORIO" userId="e6591ebd-515b-4e11-bb26-28e4129eb559" providerId="ADAL" clId="{8C1EA7A2-F5B3-E941-AFFF-0C16C6DA167F}" dt="2024-06-24T13:28:15.367" v="621" actId="113"/>
          <ac:spMkLst>
            <pc:docMk/>
            <pc:sldMk cId="1383908707" sldId="319"/>
            <ac:spMk id="2" creationId="{DA860699-3200-7D16-9572-B39FCB85B515}"/>
          </ac:spMkLst>
        </pc:spChg>
        <pc:spChg chg="mod">
          <ac:chgData name="MARCO SCIORIO" userId="e6591ebd-515b-4e11-bb26-28e4129eb559" providerId="ADAL" clId="{8C1EA7A2-F5B3-E941-AFFF-0C16C6DA167F}" dt="2024-06-24T14:37:29.304" v="1972" actId="207"/>
          <ac:spMkLst>
            <pc:docMk/>
            <pc:sldMk cId="1383908707" sldId="319"/>
            <ac:spMk id="3" creationId="{628A9573-1169-BFAB-1624-9BB44CA7B31B}"/>
          </ac:spMkLst>
        </pc:spChg>
        <pc:picChg chg="add mod">
          <ac:chgData name="MARCO SCIORIO" userId="e6591ebd-515b-4e11-bb26-28e4129eb559" providerId="ADAL" clId="{8C1EA7A2-F5B3-E941-AFFF-0C16C6DA167F}" dt="2024-06-24T15:54:25.707" v="2566" actId="1076"/>
          <ac:picMkLst>
            <pc:docMk/>
            <pc:sldMk cId="1383908707" sldId="319"/>
            <ac:picMk id="5" creationId="{B28B0EFC-125F-8D59-A3F4-A32FDAA7E1D7}"/>
          </ac:picMkLst>
        </pc:picChg>
        <pc:picChg chg="add mod">
          <ac:chgData name="MARCO SCIORIO" userId="e6591ebd-515b-4e11-bb26-28e4129eb559" providerId="ADAL" clId="{8C1EA7A2-F5B3-E941-AFFF-0C16C6DA167F}" dt="2024-06-24T15:54:22.555" v="2565" actId="1076"/>
          <ac:picMkLst>
            <pc:docMk/>
            <pc:sldMk cId="1383908707" sldId="319"/>
            <ac:picMk id="6" creationId="{9AC85A6E-E40C-F8AE-C454-C5C04E6F7C19}"/>
          </ac:picMkLst>
        </pc:picChg>
        <pc:picChg chg="del mod">
          <ac:chgData name="MARCO SCIORIO" userId="e6591ebd-515b-4e11-bb26-28e4129eb559" providerId="ADAL" clId="{8C1EA7A2-F5B3-E941-AFFF-0C16C6DA167F}" dt="2024-06-24T13:27:03.223" v="604" actId="478"/>
          <ac:picMkLst>
            <pc:docMk/>
            <pc:sldMk cId="1383908707" sldId="319"/>
            <ac:picMk id="9" creationId="{979B607D-E95C-41DD-D64B-5097492DBC2B}"/>
          </ac:picMkLst>
        </pc:picChg>
      </pc:sldChg>
      <pc:sldChg chg="addSp delSp modSp add mod">
        <pc:chgData name="MARCO SCIORIO" userId="e6591ebd-515b-4e11-bb26-28e4129eb559" providerId="ADAL" clId="{8C1EA7A2-F5B3-E941-AFFF-0C16C6DA167F}" dt="2024-06-24T15:14:45.023" v="2457" actId="1076"/>
        <pc:sldMkLst>
          <pc:docMk/>
          <pc:sldMk cId="613837580" sldId="320"/>
        </pc:sldMkLst>
        <pc:spChg chg="mod">
          <ac:chgData name="MARCO SCIORIO" userId="e6591ebd-515b-4e11-bb26-28e4129eb559" providerId="ADAL" clId="{8C1EA7A2-F5B3-E941-AFFF-0C16C6DA167F}" dt="2024-06-24T14:38:21.355" v="2015" actId="207"/>
          <ac:spMkLst>
            <pc:docMk/>
            <pc:sldMk cId="613837580" sldId="320"/>
            <ac:spMk id="2" creationId="{DA860699-3200-7D16-9572-B39FCB85B515}"/>
          </ac:spMkLst>
        </pc:spChg>
        <pc:spChg chg="mod">
          <ac:chgData name="MARCO SCIORIO" userId="e6591ebd-515b-4e11-bb26-28e4129eb559" providerId="ADAL" clId="{8C1EA7A2-F5B3-E941-AFFF-0C16C6DA167F}" dt="2024-06-24T14:47:17.888" v="2085" actId="20577"/>
          <ac:spMkLst>
            <pc:docMk/>
            <pc:sldMk cId="613837580" sldId="320"/>
            <ac:spMk id="3" creationId="{628A9573-1169-BFAB-1624-9BB44CA7B31B}"/>
          </ac:spMkLst>
        </pc:spChg>
        <pc:spChg chg="add del mod">
          <ac:chgData name="MARCO SCIORIO" userId="e6591ebd-515b-4e11-bb26-28e4129eb559" providerId="ADAL" clId="{8C1EA7A2-F5B3-E941-AFFF-0C16C6DA167F}" dt="2024-06-24T15:14:34.248" v="2455"/>
          <ac:spMkLst>
            <pc:docMk/>
            <pc:sldMk cId="613837580" sldId="320"/>
            <ac:spMk id="8" creationId="{201629B0-F252-13A9-6309-1CD6CE0A8DE0}"/>
          </ac:spMkLst>
        </pc:spChg>
        <pc:picChg chg="del">
          <ac:chgData name="MARCO SCIORIO" userId="e6591ebd-515b-4e11-bb26-28e4129eb559" providerId="ADAL" clId="{8C1EA7A2-F5B3-E941-AFFF-0C16C6DA167F}" dt="2024-06-24T13:52:05.952" v="1253" actId="478"/>
          <ac:picMkLst>
            <pc:docMk/>
            <pc:sldMk cId="613837580" sldId="320"/>
            <ac:picMk id="5" creationId="{B28B0EFC-125F-8D59-A3F4-A32FDAA7E1D7}"/>
          </ac:picMkLst>
        </pc:picChg>
        <pc:picChg chg="add mod">
          <ac:chgData name="MARCO SCIORIO" userId="e6591ebd-515b-4e11-bb26-28e4129eb559" providerId="ADAL" clId="{8C1EA7A2-F5B3-E941-AFFF-0C16C6DA167F}" dt="2024-06-24T13:52:32.453" v="1262" actId="1076"/>
          <ac:picMkLst>
            <pc:docMk/>
            <pc:sldMk cId="613837580" sldId="320"/>
            <ac:picMk id="6" creationId="{741ADD75-3139-0071-08C2-B56E4A30DEDA}"/>
          </ac:picMkLst>
        </pc:picChg>
        <pc:picChg chg="add mod">
          <ac:chgData name="MARCO SCIORIO" userId="e6591ebd-515b-4e11-bb26-28e4129eb559" providerId="ADAL" clId="{8C1EA7A2-F5B3-E941-AFFF-0C16C6DA167F}" dt="2024-06-24T15:12:50.432" v="2409"/>
          <ac:picMkLst>
            <pc:docMk/>
            <pc:sldMk cId="613837580" sldId="320"/>
            <ac:picMk id="7" creationId="{A1DA85A3-AB3A-D6BF-ED11-600B037E6DB7}"/>
          </ac:picMkLst>
        </pc:picChg>
        <pc:picChg chg="add mod">
          <ac:chgData name="MARCO SCIORIO" userId="e6591ebd-515b-4e11-bb26-28e4129eb559" providerId="ADAL" clId="{8C1EA7A2-F5B3-E941-AFFF-0C16C6DA167F}" dt="2024-06-24T15:14:45.023" v="2457" actId="1076"/>
          <ac:picMkLst>
            <pc:docMk/>
            <pc:sldMk cId="613837580" sldId="320"/>
            <ac:picMk id="9" creationId="{D4BAD97C-28F7-96B2-9BBD-0FBB8175628E}"/>
          </ac:picMkLst>
        </pc:picChg>
      </pc:sldChg>
      <pc:sldChg chg="addSp modSp del">
        <pc:chgData name="MARCO SCIORIO" userId="e6591ebd-515b-4e11-bb26-28e4129eb559" providerId="ADAL" clId="{8C1EA7A2-F5B3-E941-AFFF-0C16C6DA167F}" dt="2024-06-24T15:57:34.219" v="2589" actId="2696"/>
        <pc:sldMkLst>
          <pc:docMk/>
          <pc:sldMk cId="3162028131" sldId="321"/>
        </pc:sldMkLst>
        <pc:picChg chg="add mod">
          <ac:chgData name="MARCO SCIORIO" userId="e6591ebd-515b-4e11-bb26-28e4129eb559" providerId="ADAL" clId="{8C1EA7A2-F5B3-E941-AFFF-0C16C6DA167F}" dt="2024-06-24T15:57:31.681" v="2588"/>
          <ac:picMkLst>
            <pc:docMk/>
            <pc:sldMk cId="3162028131" sldId="321"/>
            <ac:picMk id="2" creationId="{AEA1A86B-B167-56C0-CE7A-81D786A29465}"/>
          </ac:picMkLst>
        </pc:picChg>
      </pc:sldChg>
      <pc:sldChg chg="modSp add mod">
        <pc:chgData name="MARCO SCIORIO" userId="e6591ebd-515b-4e11-bb26-28e4129eb559" providerId="ADAL" clId="{8C1EA7A2-F5B3-E941-AFFF-0C16C6DA167F}" dt="2024-06-24T16:52:03.199" v="3753" actId="20577"/>
        <pc:sldMkLst>
          <pc:docMk/>
          <pc:sldMk cId="611161410" sldId="322"/>
        </pc:sldMkLst>
        <pc:spChg chg="mod">
          <ac:chgData name="MARCO SCIORIO" userId="e6591ebd-515b-4e11-bb26-28e4129eb559" providerId="ADAL" clId="{8C1EA7A2-F5B3-E941-AFFF-0C16C6DA167F}" dt="2024-06-24T16:52:03.199" v="3753" actId="20577"/>
          <ac:spMkLst>
            <pc:docMk/>
            <pc:sldMk cId="611161410" sldId="322"/>
            <ac:spMk id="3" creationId="{628A9573-1169-BFAB-1624-9BB44CA7B31B}"/>
          </ac:spMkLst>
        </pc:spChg>
      </pc:sldChg>
      <pc:sldChg chg="modSp add mod">
        <pc:chgData name="MARCO SCIORIO" userId="e6591ebd-515b-4e11-bb26-28e4129eb559" providerId="ADAL" clId="{8C1EA7A2-F5B3-E941-AFFF-0C16C6DA167F}" dt="2024-06-24T16:52:21.446" v="3754" actId="403"/>
        <pc:sldMkLst>
          <pc:docMk/>
          <pc:sldMk cId="2244855084" sldId="323"/>
        </pc:sldMkLst>
        <pc:spChg chg="mod">
          <ac:chgData name="MARCO SCIORIO" userId="e6591ebd-515b-4e11-bb26-28e4129eb559" providerId="ADAL" clId="{8C1EA7A2-F5B3-E941-AFFF-0C16C6DA167F}" dt="2024-06-24T16:52:21.446" v="3754" actId="403"/>
          <ac:spMkLst>
            <pc:docMk/>
            <pc:sldMk cId="2244855084" sldId="323"/>
            <ac:spMk id="3" creationId="{628A9573-1169-BFAB-1624-9BB44CA7B31B}"/>
          </ac:spMkLst>
        </pc:spChg>
      </pc:sldChg>
      <pc:sldChg chg="modSp add mod">
        <pc:chgData name="MARCO SCIORIO" userId="e6591ebd-515b-4e11-bb26-28e4129eb559" providerId="ADAL" clId="{8C1EA7A2-F5B3-E941-AFFF-0C16C6DA167F}" dt="2024-06-24T15:25:38.550" v="2514" actId="113"/>
        <pc:sldMkLst>
          <pc:docMk/>
          <pc:sldMk cId="1403617284" sldId="324"/>
        </pc:sldMkLst>
        <pc:spChg chg="mod">
          <ac:chgData name="MARCO SCIORIO" userId="e6591ebd-515b-4e11-bb26-28e4129eb559" providerId="ADAL" clId="{8C1EA7A2-F5B3-E941-AFFF-0C16C6DA167F}" dt="2024-06-24T15:25:38.550" v="2514" actId="113"/>
          <ac:spMkLst>
            <pc:docMk/>
            <pc:sldMk cId="1403617284" sldId="324"/>
            <ac:spMk id="3" creationId="{628A9573-1169-BFAB-1624-9BB44CA7B31B}"/>
          </ac:spMkLst>
        </pc:spChg>
      </pc:sldChg>
      <pc:sldChg chg="modSp add mod">
        <pc:chgData name="MARCO SCIORIO" userId="e6591ebd-515b-4e11-bb26-28e4129eb559" providerId="ADAL" clId="{8C1EA7A2-F5B3-E941-AFFF-0C16C6DA167F}" dt="2024-06-24T15:26:37.146" v="2521" actId="27636"/>
        <pc:sldMkLst>
          <pc:docMk/>
          <pc:sldMk cId="2617441827" sldId="325"/>
        </pc:sldMkLst>
        <pc:spChg chg="mod">
          <ac:chgData name="MARCO SCIORIO" userId="e6591ebd-515b-4e11-bb26-28e4129eb559" providerId="ADAL" clId="{8C1EA7A2-F5B3-E941-AFFF-0C16C6DA167F}" dt="2024-06-24T15:26:37.146" v="2521" actId="27636"/>
          <ac:spMkLst>
            <pc:docMk/>
            <pc:sldMk cId="2617441827" sldId="325"/>
            <ac:spMk id="3" creationId="{628A9573-1169-BFAB-1624-9BB44CA7B31B}"/>
          </ac:spMkLst>
        </pc:spChg>
      </pc:sldChg>
      <pc:sldChg chg="modSp add del mod">
        <pc:chgData name="MARCO SCIORIO" userId="e6591ebd-515b-4e11-bb26-28e4129eb559" providerId="ADAL" clId="{8C1EA7A2-F5B3-E941-AFFF-0C16C6DA167F}" dt="2024-06-24T15:29:02.829" v="2549" actId="2696"/>
        <pc:sldMkLst>
          <pc:docMk/>
          <pc:sldMk cId="723330829" sldId="326"/>
        </pc:sldMkLst>
        <pc:spChg chg="mod">
          <ac:chgData name="MARCO SCIORIO" userId="e6591ebd-515b-4e11-bb26-28e4129eb559" providerId="ADAL" clId="{8C1EA7A2-F5B3-E941-AFFF-0C16C6DA167F}" dt="2024-06-24T14:53:41.854" v="2386" actId="20577"/>
          <ac:spMkLst>
            <pc:docMk/>
            <pc:sldMk cId="723330829" sldId="326"/>
            <ac:spMk id="3" creationId="{628A9573-1169-BFAB-1624-9BB44CA7B31B}"/>
          </ac:spMkLst>
        </pc:spChg>
      </pc:sldChg>
      <pc:sldChg chg="modSp add mod">
        <pc:chgData name="MARCO SCIORIO" userId="e6591ebd-515b-4e11-bb26-28e4129eb559" providerId="ADAL" clId="{8C1EA7A2-F5B3-E941-AFFF-0C16C6DA167F}" dt="2024-06-24T15:28:09.588" v="2548" actId="113"/>
        <pc:sldMkLst>
          <pc:docMk/>
          <pc:sldMk cId="2297598048" sldId="328"/>
        </pc:sldMkLst>
        <pc:spChg chg="mod">
          <ac:chgData name="MARCO SCIORIO" userId="e6591ebd-515b-4e11-bb26-28e4129eb559" providerId="ADAL" clId="{8C1EA7A2-F5B3-E941-AFFF-0C16C6DA167F}" dt="2024-06-24T15:28:09.588" v="2548" actId="113"/>
          <ac:spMkLst>
            <pc:docMk/>
            <pc:sldMk cId="2297598048" sldId="328"/>
            <ac:spMk id="3" creationId="{628A9573-1169-BFAB-1624-9BB44CA7B31B}"/>
          </ac:spMkLst>
        </pc:spChg>
      </pc:sldChg>
      <pc:sldChg chg="addSp delSp modSp add mod">
        <pc:chgData name="MARCO SCIORIO" userId="e6591ebd-515b-4e11-bb26-28e4129eb559" providerId="ADAL" clId="{8C1EA7A2-F5B3-E941-AFFF-0C16C6DA167F}" dt="2024-06-24T16:44:00.736" v="3373" actId="1076"/>
        <pc:sldMkLst>
          <pc:docMk/>
          <pc:sldMk cId="807283369" sldId="331"/>
        </pc:sldMkLst>
        <pc:spChg chg="mod">
          <ac:chgData name="MARCO SCIORIO" userId="e6591ebd-515b-4e11-bb26-28e4129eb559" providerId="ADAL" clId="{8C1EA7A2-F5B3-E941-AFFF-0C16C6DA167F}" dt="2024-06-24T16:43:54.253" v="3372" actId="20577"/>
          <ac:spMkLst>
            <pc:docMk/>
            <pc:sldMk cId="807283369" sldId="331"/>
            <ac:spMk id="6" creationId="{2BE43867-76B4-6588-7B55-F959A40CAD54}"/>
          </ac:spMkLst>
        </pc:spChg>
        <pc:spChg chg="mod">
          <ac:chgData name="MARCO SCIORIO" userId="e6591ebd-515b-4e11-bb26-28e4129eb559" providerId="ADAL" clId="{8C1EA7A2-F5B3-E941-AFFF-0C16C6DA167F}" dt="2024-06-24T16:44:00.736" v="3373" actId="1076"/>
          <ac:spMkLst>
            <pc:docMk/>
            <pc:sldMk cId="807283369" sldId="331"/>
            <ac:spMk id="14" creationId="{BECDACB8-9D04-0FF8-3334-CC2F7991C60D}"/>
          </ac:spMkLst>
        </pc:spChg>
        <pc:picChg chg="add mod">
          <ac:chgData name="MARCO SCIORIO" userId="e6591ebd-515b-4e11-bb26-28e4129eb559" providerId="ADAL" clId="{8C1EA7A2-F5B3-E941-AFFF-0C16C6DA167F}" dt="2024-06-24T16:14:48.655" v="2968" actId="1076"/>
          <ac:picMkLst>
            <pc:docMk/>
            <pc:sldMk cId="807283369" sldId="331"/>
            <ac:picMk id="2" creationId="{71752132-DAD0-7481-97A4-0EB79C1C299C}"/>
          </ac:picMkLst>
        </pc:picChg>
        <pc:picChg chg="del">
          <ac:chgData name="MARCO SCIORIO" userId="e6591ebd-515b-4e11-bb26-28e4129eb559" providerId="ADAL" clId="{8C1EA7A2-F5B3-E941-AFFF-0C16C6DA167F}" dt="2024-06-24T16:14:19.151" v="2964" actId="478"/>
          <ac:picMkLst>
            <pc:docMk/>
            <pc:sldMk cId="807283369" sldId="331"/>
            <ac:picMk id="13" creationId="{142FB03D-C041-31AD-2D81-CD1B2B323114}"/>
          </ac:picMkLst>
        </pc:picChg>
      </pc:sldChg>
      <pc:sldChg chg="addSp delSp modSp add mod setBg">
        <pc:chgData name="MARCO SCIORIO" userId="e6591ebd-515b-4e11-bb26-28e4129eb559" providerId="ADAL" clId="{8C1EA7A2-F5B3-E941-AFFF-0C16C6DA167F}" dt="2024-06-24T16:45:34.152" v="3604" actId="20577"/>
        <pc:sldMkLst>
          <pc:docMk/>
          <pc:sldMk cId="4133859984" sldId="333"/>
        </pc:sldMkLst>
        <pc:spChg chg="del mod">
          <ac:chgData name="MARCO SCIORIO" userId="e6591ebd-515b-4e11-bb26-28e4129eb559" providerId="ADAL" clId="{8C1EA7A2-F5B3-E941-AFFF-0C16C6DA167F}" dt="2024-06-24T16:29:58.675" v="3081" actId="478"/>
          <ac:spMkLst>
            <pc:docMk/>
            <pc:sldMk cId="4133859984" sldId="333"/>
            <ac:spMk id="6" creationId="{2BE43867-76B4-6588-7B55-F959A40CAD54}"/>
          </ac:spMkLst>
        </pc:spChg>
        <pc:spChg chg="add mod">
          <ac:chgData name="MARCO SCIORIO" userId="e6591ebd-515b-4e11-bb26-28e4129eb559" providerId="ADAL" clId="{8C1EA7A2-F5B3-E941-AFFF-0C16C6DA167F}" dt="2024-06-24T16:44:16.532" v="3375" actId="1076"/>
          <ac:spMkLst>
            <pc:docMk/>
            <pc:sldMk cId="4133859984" sldId="333"/>
            <ac:spMk id="7" creationId="{03BE2D7B-8337-24AB-EC33-E017B90F6913}"/>
          </ac:spMkLst>
        </pc:spChg>
        <pc:spChg chg="mod">
          <ac:chgData name="MARCO SCIORIO" userId="e6591ebd-515b-4e11-bb26-28e4129eb559" providerId="ADAL" clId="{8C1EA7A2-F5B3-E941-AFFF-0C16C6DA167F}" dt="2024-06-24T16:44:25.391" v="3383" actId="27636"/>
          <ac:spMkLst>
            <pc:docMk/>
            <pc:sldMk cId="4133859984" sldId="333"/>
            <ac:spMk id="12" creationId="{F8FA7DFD-E4F0-EC5C-698E-28A670D86BF7}"/>
          </ac:spMkLst>
        </pc:spChg>
        <pc:spChg chg="del">
          <ac:chgData name="MARCO SCIORIO" userId="e6591ebd-515b-4e11-bb26-28e4129eb559" providerId="ADAL" clId="{8C1EA7A2-F5B3-E941-AFFF-0C16C6DA167F}" dt="2024-06-24T16:30:01.474" v="3083" actId="478"/>
          <ac:spMkLst>
            <pc:docMk/>
            <pc:sldMk cId="4133859984" sldId="333"/>
            <ac:spMk id="14" creationId="{BECDACB8-9D04-0FF8-3334-CC2F7991C60D}"/>
          </ac:spMkLst>
        </pc:spChg>
        <pc:spChg chg="add mod">
          <ac:chgData name="MARCO SCIORIO" userId="e6591ebd-515b-4e11-bb26-28e4129eb559" providerId="ADAL" clId="{8C1EA7A2-F5B3-E941-AFFF-0C16C6DA167F}" dt="2024-06-24T16:45:34.152" v="3604" actId="20577"/>
          <ac:spMkLst>
            <pc:docMk/>
            <pc:sldMk cId="4133859984" sldId="333"/>
            <ac:spMk id="16" creationId="{D005490B-DA8A-DAC1-1D1E-684C9F120A52}"/>
          </ac:spMkLst>
        </pc:spChg>
        <pc:spChg chg="mod ord">
          <ac:chgData name="MARCO SCIORIO" userId="e6591ebd-515b-4e11-bb26-28e4129eb559" providerId="ADAL" clId="{8C1EA7A2-F5B3-E941-AFFF-0C16C6DA167F}" dt="2024-06-24T16:44:16.532" v="3375" actId="1076"/>
          <ac:spMkLst>
            <pc:docMk/>
            <pc:sldMk cId="4133859984" sldId="333"/>
            <ac:spMk id="19" creationId="{0883D92A-CA7F-E01B-EC3F-A02045CA74DE}"/>
          </ac:spMkLst>
        </pc:spChg>
        <pc:spChg chg="add del">
          <ac:chgData name="MARCO SCIORIO" userId="e6591ebd-515b-4e11-bb26-28e4129eb559" providerId="ADAL" clId="{8C1EA7A2-F5B3-E941-AFFF-0C16C6DA167F}" dt="2024-06-24T16:32:25.124" v="3223" actId="26606"/>
          <ac:spMkLst>
            <pc:docMk/>
            <pc:sldMk cId="4133859984" sldId="333"/>
            <ac:spMk id="24" creationId="{99ED5833-B85B-4103-8A3B-CAB0308E6C15}"/>
          </ac:spMkLst>
        </pc:spChg>
        <pc:picChg chg="del">
          <ac:chgData name="MARCO SCIORIO" userId="e6591ebd-515b-4e11-bb26-28e4129eb559" providerId="ADAL" clId="{8C1EA7A2-F5B3-E941-AFFF-0C16C6DA167F}" dt="2024-06-24T16:29:55.674" v="3079" actId="478"/>
          <ac:picMkLst>
            <pc:docMk/>
            <pc:sldMk cId="4133859984" sldId="333"/>
            <ac:picMk id="2" creationId="{71752132-DAD0-7481-97A4-0EB79C1C299C}"/>
          </ac:picMkLst>
        </pc:picChg>
        <pc:picChg chg="del">
          <ac:chgData name="MARCO SCIORIO" userId="e6591ebd-515b-4e11-bb26-28e4129eb559" providerId="ADAL" clId="{8C1EA7A2-F5B3-E941-AFFF-0C16C6DA167F}" dt="2024-06-24T16:29:59.724" v="3082" actId="478"/>
          <ac:picMkLst>
            <pc:docMk/>
            <pc:sldMk cId="4133859984" sldId="333"/>
            <ac:picMk id="4" creationId="{59058CB7-631F-000E-D9FC-07B5693A8F16}"/>
          </ac:picMkLst>
        </pc:picChg>
        <pc:picChg chg="add mod ord">
          <ac:chgData name="MARCO SCIORIO" userId="e6591ebd-515b-4e11-bb26-28e4129eb559" providerId="ADAL" clId="{8C1EA7A2-F5B3-E941-AFFF-0C16C6DA167F}" dt="2024-06-24T16:44:20.779" v="3377" actId="1076"/>
          <ac:picMkLst>
            <pc:docMk/>
            <pc:sldMk cId="4133859984" sldId="333"/>
            <ac:picMk id="5" creationId="{6438E89E-3AFD-A0FA-FF39-A35C528421C7}"/>
          </ac:picMkLst>
        </pc:picChg>
        <pc:picChg chg="add del mod">
          <ac:chgData name="MARCO SCIORIO" userId="e6591ebd-515b-4e11-bb26-28e4129eb559" providerId="ADAL" clId="{8C1EA7A2-F5B3-E941-AFFF-0C16C6DA167F}" dt="2024-06-24T16:33:08.029" v="3297" actId="478"/>
          <ac:picMkLst>
            <pc:docMk/>
            <pc:sldMk cId="4133859984" sldId="333"/>
            <ac:picMk id="9" creationId="{526F224F-6D03-AF01-FAA9-90ED5168E269}"/>
          </ac:picMkLst>
        </pc:picChg>
        <pc:picChg chg="add mod">
          <ac:chgData name="MARCO SCIORIO" userId="e6591ebd-515b-4e11-bb26-28e4129eb559" providerId="ADAL" clId="{8C1EA7A2-F5B3-E941-AFFF-0C16C6DA167F}" dt="2024-06-24T16:44:16.532" v="3375" actId="1076"/>
          <ac:picMkLst>
            <pc:docMk/>
            <pc:sldMk cId="4133859984" sldId="333"/>
            <ac:picMk id="11" creationId="{DF93BCB8-6028-B76B-E00B-52E720A5413B}"/>
          </ac:picMkLst>
        </pc:picChg>
        <pc:picChg chg="add mod">
          <ac:chgData name="MARCO SCIORIO" userId="e6591ebd-515b-4e11-bb26-28e4129eb559" providerId="ADAL" clId="{8C1EA7A2-F5B3-E941-AFFF-0C16C6DA167F}" dt="2024-06-24T16:44:16.532" v="3375" actId="1076"/>
          <ac:picMkLst>
            <pc:docMk/>
            <pc:sldMk cId="4133859984" sldId="333"/>
            <ac:picMk id="15" creationId="{034C045B-518E-CAA9-675F-1EDD126B3F0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DFCBFA-4771-465C-B3D4-42DA226BE91A}"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05AB3139-DF3B-4E0B-AF7B-27F9DDBF03A8}">
      <dgm:prSet/>
      <dgm:spPr>
        <a:solidFill>
          <a:srgbClr val="FF3300"/>
        </a:solidFill>
      </dgm:spPr>
      <dgm:t>
        <a:bodyPr/>
        <a:lstStyle/>
        <a:p>
          <a:r>
            <a:rPr lang="en-US" b="1" dirty="0"/>
            <a:t>ALERT MODE</a:t>
          </a:r>
          <a:r>
            <a:rPr lang="it-IT" b="1" dirty="0"/>
            <a:t>:</a:t>
          </a:r>
          <a:r>
            <a:rPr lang="it-IT" dirty="0"/>
            <a:t> led rosso lampeggiante e allarme sonoro, l’utente ha chiuso gli occhi per più di 2.5 s.</a:t>
          </a:r>
          <a:endParaRPr lang="en-US" dirty="0"/>
        </a:p>
      </dgm:t>
    </dgm:pt>
    <dgm:pt modelId="{B5BF0993-A9AB-4384-BDB0-121C1B7C598E}" type="parTrans" cxnId="{C039ABA7-67A0-4769-941D-92564089835B}">
      <dgm:prSet/>
      <dgm:spPr/>
      <dgm:t>
        <a:bodyPr/>
        <a:lstStyle/>
        <a:p>
          <a:endParaRPr lang="en-US"/>
        </a:p>
      </dgm:t>
    </dgm:pt>
    <dgm:pt modelId="{299ADD0A-3EED-4DE0-972A-FF00A5A08B8F}" type="sibTrans" cxnId="{C039ABA7-67A0-4769-941D-92564089835B}">
      <dgm:prSet/>
      <dgm:spPr/>
      <dgm:t>
        <a:bodyPr/>
        <a:lstStyle/>
        <a:p>
          <a:endParaRPr lang="en-US"/>
        </a:p>
      </dgm:t>
    </dgm:pt>
    <dgm:pt modelId="{F882DBB7-78AC-49E5-9467-87CBADB05948}">
      <dgm:prSet/>
      <dgm:spPr/>
      <dgm:t>
        <a:bodyPr/>
        <a:lstStyle/>
        <a:p>
          <a:r>
            <a:rPr lang="en-US" b="1" dirty="0"/>
            <a:t>WAKE MODE: </a:t>
          </a:r>
          <a:r>
            <a:rPr lang="it-IT" dirty="0"/>
            <a:t>led verde, l’utente ha gli occhi aperti.</a:t>
          </a:r>
          <a:endParaRPr lang="en-US" dirty="0"/>
        </a:p>
      </dgm:t>
    </dgm:pt>
    <dgm:pt modelId="{C7A97217-5F41-4DFD-97F4-A3D2DB5B5818}" type="parTrans" cxnId="{E0E098E2-4BA9-49B0-B5D0-E5932432050D}">
      <dgm:prSet/>
      <dgm:spPr/>
      <dgm:t>
        <a:bodyPr/>
        <a:lstStyle/>
        <a:p>
          <a:endParaRPr lang="en-US"/>
        </a:p>
      </dgm:t>
    </dgm:pt>
    <dgm:pt modelId="{F0E87A88-F988-4CB9-B034-96F48DB454F0}" type="sibTrans" cxnId="{E0E098E2-4BA9-49B0-B5D0-E5932432050D}">
      <dgm:prSet/>
      <dgm:spPr/>
      <dgm:t>
        <a:bodyPr/>
        <a:lstStyle/>
        <a:p>
          <a:endParaRPr lang="en-US"/>
        </a:p>
      </dgm:t>
    </dgm:pt>
    <dgm:pt modelId="{80002809-0DDA-4111-BFED-C3ABF5657C5D}">
      <dgm:prSet/>
      <dgm:spPr/>
      <dgm:t>
        <a:bodyPr/>
        <a:lstStyle/>
        <a:p>
          <a:r>
            <a:rPr lang="en-US" b="1" dirty="0"/>
            <a:t>RESET MODE: </a:t>
          </a:r>
          <a:r>
            <a:rPr lang="it-IT" dirty="0"/>
            <a:t>modalità di reset, attuabile tramite pressione di un pulsante o comando bluetooth. Il led blu si accende e si spegne. </a:t>
          </a:r>
          <a:endParaRPr lang="en-US" dirty="0"/>
        </a:p>
      </dgm:t>
    </dgm:pt>
    <dgm:pt modelId="{C5C9425D-9F05-40C5-AB37-C3A64E075318}" type="parTrans" cxnId="{53EA1F01-3AF1-4F16-9A7B-552F3B29A845}">
      <dgm:prSet/>
      <dgm:spPr/>
      <dgm:t>
        <a:bodyPr/>
        <a:lstStyle/>
        <a:p>
          <a:endParaRPr lang="en-US"/>
        </a:p>
      </dgm:t>
    </dgm:pt>
    <dgm:pt modelId="{B2E27365-E8FD-4571-A131-3802573ACC7C}" type="sibTrans" cxnId="{53EA1F01-3AF1-4F16-9A7B-552F3B29A845}">
      <dgm:prSet/>
      <dgm:spPr/>
      <dgm:t>
        <a:bodyPr/>
        <a:lstStyle/>
        <a:p>
          <a:endParaRPr lang="en-US"/>
        </a:p>
      </dgm:t>
    </dgm:pt>
    <dgm:pt modelId="{649EA7B1-9849-4168-A2CC-640863479F11}" type="pres">
      <dgm:prSet presAssocID="{7EDFCBFA-4771-465C-B3D4-42DA226BE91A}" presName="linear" presStyleCnt="0">
        <dgm:presLayoutVars>
          <dgm:animLvl val="lvl"/>
          <dgm:resizeHandles val="exact"/>
        </dgm:presLayoutVars>
      </dgm:prSet>
      <dgm:spPr/>
    </dgm:pt>
    <dgm:pt modelId="{E0D8D316-7995-4EE7-B804-2BA942FF229F}" type="pres">
      <dgm:prSet presAssocID="{05AB3139-DF3B-4E0B-AF7B-27F9DDBF03A8}" presName="parentText" presStyleLbl="node1" presStyleIdx="0" presStyleCnt="3" custLinFactY="99794" custLinFactNeighborX="1191" custLinFactNeighborY="100000">
        <dgm:presLayoutVars>
          <dgm:chMax val="0"/>
          <dgm:bulletEnabled val="1"/>
        </dgm:presLayoutVars>
      </dgm:prSet>
      <dgm:spPr/>
    </dgm:pt>
    <dgm:pt modelId="{2C5F4827-BED3-4785-8CA0-D8AD2EEC9638}" type="pres">
      <dgm:prSet presAssocID="{299ADD0A-3EED-4DE0-972A-FF00A5A08B8F}" presName="spacer" presStyleCnt="0"/>
      <dgm:spPr/>
    </dgm:pt>
    <dgm:pt modelId="{CBC420B3-F191-439B-A23C-75EF6067669A}" type="pres">
      <dgm:prSet presAssocID="{F882DBB7-78AC-49E5-9467-87CBADB05948}" presName="parentText" presStyleLbl="node1" presStyleIdx="1" presStyleCnt="3" custLinFactY="-100000" custLinFactNeighborX="1191" custLinFactNeighborY="-111402">
        <dgm:presLayoutVars>
          <dgm:chMax val="0"/>
          <dgm:bulletEnabled val="1"/>
        </dgm:presLayoutVars>
      </dgm:prSet>
      <dgm:spPr/>
    </dgm:pt>
    <dgm:pt modelId="{26D0677F-61F4-4AB9-AF47-994510B7D473}" type="pres">
      <dgm:prSet presAssocID="{F0E87A88-F988-4CB9-B034-96F48DB454F0}" presName="spacer" presStyleCnt="0"/>
      <dgm:spPr/>
    </dgm:pt>
    <dgm:pt modelId="{CE9F166F-1EDE-4B67-B100-63D7F579D1BC}" type="pres">
      <dgm:prSet presAssocID="{80002809-0DDA-4111-BFED-C3ABF5657C5D}" presName="parentText" presStyleLbl="node1" presStyleIdx="2" presStyleCnt="3">
        <dgm:presLayoutVars>
          <dgm:chMax val="0"/>
          <dgm:bulletEnabled val="1"/>
        </dgm:presLayoutVars>
      </dgm:prSet>
      <dgm:spPr/>
    </dgm:pt>
  </dgm:ptLst>
  <dgm:cxnLst>
    <dgm:cxn modelId="{53EA1F01-3AF1-4F16-9A7B-552F3B29A845}" srcId="{7EDFCBFA-4771-465C-B3D4-42DA226BE91A}" destId="{80002809-0DDA-4111-BFED-C3ABF5657C5D}" srcOrd="2" destOrd="0" parTransId="{C5C9425D-9F05-40C5-AB37-C3A64E075318}" sibTransId="{B2E27365-E8FD-4571-A131-3802573ACC7C}"/>
    <dgm:cxn modelId="{A992E466-A037-4DD4-B9E3-622A46592FCC}" type="presOf" srcId="{05AB3139-DF3B-4E0B-AF7B-27F9DDBF03A8}" destId="{E0D8D316-7995-4EE7-B804-2BA942FF229F}" srcOrd="0" destOrd="0" presId="urn:microsoft.com/office/officeart/2005/8/layout/vList2"/>
    <dgm:cxn modelId="{F72EED6B-D702-4DFB-A044-FC17C9D0E902}" type="presOf" srcId="{80002809-0DDA-4111-BFED-C3ABF5657C5D}" destId="{CE9F166F-1EDE-4B67-B100-63D7F579D1BC}" srcOrd="0" destOrd="0" presId="urn:microsoft.com/office/officeart/2005/8/layout/vList2"/>
    <dgm:cxn modelId="{8EF44D79-296D-45DA-94C6-BAC9F3590467}" type="presOf" srcId="{7EDFCBFA-4771-465C-B3D4-42DA226BE91A}" destId="{649EA7B1-9849-4168-A2CC-640863479F11}" srcOrd="0" destOrd="0" presId="urn:microsoft.com/office/officeart/2005/8/layout/vList2"/>
    <dgm:cxn modelId="{C039ABA7-67A0-4769-941D-92564089835B}" srcId="{7EDFCBFA-4771-465C-B3D4-42DA226BE91A}" destId="{05AB3139-DF3B-4E0B-AF7B-27F9DDBF03A8}" srcOrd="0" destOrd="0" parTransId="{B5BF0993-A9AB-4384-BDB0-121C1B7C598E}" sibTransId="{299ADD0A-3EED-4DE0-972A-FF00A5A08B8F}"/>
    <dgm:cxn modelId="{E0E098E2-4BA9-49B0-B5D0-E5932432050D}" srcId="{7EDFCBFA-4771-465C-B3D4-42DA226BE91A}" destId="{F882DBB7-78AC-49E5-9467-87CBADB05948}" srcOrd="1" destOrd="0" parTransId="{C7A97217-5F41-4DFD-97F4-A3D2DB5B5818}" sibTransId="{F0E87A88-F988-4CB9-B034-96F48DB454F0}"/>
    <dgm:cxn modelId="{D97DCEF8-03C2-4182-B9EE-C247DD32B480}" type="presOf" srcId="{F882DBB7-78AC-49E5-9467-87CBADB05948}" destId="{CBC420B3-F191-439B-A23C-75EF6067669A}" srcOrd="0" destOrd="0" presId="urn:microsoft.com/office/officeart/2005/8/layout/vList2"/>
    <dgm:cxn modelId="{3E9422C5-2E66-4481-A1C4-9AA3C46417E2}" type="presParOf" srcId="{649EA7B1-9849-4168-A2CC-640863479F11}" destId="{E0D8D316-7995-4EE7-B804-2BA942FF229F}" srcOrd="0" destOrd="0" presId="urn:microsoft.com/office/officeart/2005/8/layout/vList2"/>
    <dgm:cxn modelId="{2A70B296-72F8-49FD-9011-ABCB109351FB}" type="presParOf" srcId="{649EA7B1-9849-4168-A2CC-640863479F11}" destId="{2C5F4827-BED3-4785-8CA0-D8AD2EEC9638}" srcOrd="1" destOrd="0" presId="urn:microsoft.com/office/officeart/2005/8/layout/vList2"/>
    <dgm:cxn modelId="{27D988E5-A4BB-43E9-8A47-2A35D3189519}" type="presParOf" srcId="{649EA7B1-9849-4168-A2CC-640863479F11}" destId="{CBC420B3-F191-439B-A23C-75EF6067669A}" srcOrd="2" destOrd="0" presId="urn:microsoft.com/office/officeart/2005/8/layout/vList2"/>
    <dgm:cxn modelId="{470F7660-114D-4A39-9B71-AE5771D4DD1C}" type="presParOf" srcId="{649EA7B1-9849-4168-A2CC-640863479F11}" destId="{26D0677F-61F4-4AB9-AF47-994510B7D473}" srcOrd="3" destOrd="0" presId="urn:microsoft.com/office/officeart/2005/8/layout/vList2"/>
    <dgm:cxn modelId="{CE6D2F5B-3A77-49BF-921F-A1CD93BA9D2E}" type="presParOf" srcId="{649EA7B1-9849-4168-A2CC-640863479F11}" destId="{CE9F166F-1EDE-4B67-B100-63D7F579D1BC}"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D8D316-7995-4EE7-B804-2BA942FF229F}">
      <dsp:nvSpPr>
        <dsp:cNvPr id="0" name=""/>
        <dsp:cNvSpPr/>
      </dsp:nvSpPr>
      <dsp:spPr>
        <a:xfrm>
          <a:off x="0" y="2076858"/>
          <a:ext cx="6245265" cy="1429740"/>
        </a:xfrm>
        <a:prstGeom prst="roundRect">
          <a:avLst/>
        </a:prstGeom>
        <a:solidFill>
          <a:srgbClr val="FF33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ALERT MODE</a:t>
          </a:r>
          <a:r>
            <a:rPr lang="it-IT" sz="2600" b="1" kern="1200" dirty="0"/>
            <a:t>:</a:t>
          </a:r>
          <a:r>
            <a:rPr lang="it-IT" sz="2600" kern="1200" dirty="0"/>
            <a:t> led rosso lampeggiante e allarme sonoro, l’utente ha chiuso gli occhi per più di 2.5 s.</a:t>
          </a:r>
          <a:endParaRPr lang="en-US" sz="2600" kern="1200" dirty="0"/>
        </a:p>
      </dsp:txBody>
      <dsp:txXfrm>
        <a:off x="69794" y="2146652"/>
        <a:ext cx="6105677" cy="1290152"/>
      </dsp:txXfrm>
    </dsp:sp>
    <dsp:sp modelId="{CBC420B3-F191-439B-A23C-75EF6067669A}">
      <dsp:nvSpPr>
        <dsp:cNvPr id="0" name=""/>
        <dsp:cNvSpPr/>
      </dsp:nvSpPr>
      <dsp:spPr>
        <a:xfrm>
          <a:off x="0" y="566645"/>
          <a:ext cx="6245265" cy="1429740"/>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WAKE MODE: </a:t>
          </a:r>
          <a:r>
            <a:rPr lang="it-IT" sz="2600" kern="1200" dirty="0"/>
            <a:t>led verde, l’utente ha gli occhi aperti.</a:t>
          </a:r>
          <a:endParaRPr lang="en-US" sz="2600" kern="1200" dirty="0"/>
        </a:p>
      </dsp:txBody>
      <dsp:txXfrm>
        <a:off x="69794" y="636439"/>
        <a:ext cx="6105677" cy="1290152"/>
      </dsp:txXfrm>
    </dsp:sp>
    <dsp:sp modelId="{CE9F166F-1EDE-4B67-B100-63D7F579D1BC}">
      <dsp:nvSpPr>
        <dsp:cNvPr id="0" name=""/>
        <dsp:cNvSpPr/>
      </dsp:nvSpPr>
      <dsp:spPr>
        <a:xfrm>
          <a:off x="0" y="3584423"/>
          <a:ext cx="6245265" cy="1429740"/>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RESET MODE: </a:t>
          </a:r>
          <a:r>
            <a:rPr lang="it-IT" sz="2600" kern="1200" dirty="0"/>
            <a:t>modalità di reset, attuabile tramite pressione di un pulsante o comando bluetooth. Il led blu si accende e si spegne. </a:t>
          </a:r>
          <a:endParaRPr lang="en-US" sz="2600" kern="1200" dirty="0"/>
        </a:p>
      </dsp:txBody>
      <dsp:txXfrm>
        <a:off x="69794" y="3654217"/>
        <a:ext cx="6105677" cy="12901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B159839C-F7BD-49E5-938D-E50928D237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885DEB2-3D58-4F27-9E46-BEA0BFDEC6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A1FE6-24EA-4C8A-B1EB-7DA020B7423E}" type="datetime1">
              <a:rPr lang="it-IT" smtClean="0"/>
              <a:t>23/09/2024</a:t>
            </a:fld>
            <a:endParaRPr lang="it-IT"/>
          </a:p>
        </p:txBody>
      </p:sp>
      <p:sp>
        <p:nvSpPr>
          <p:cNvPr id="4" name="Segnaposto piè di pagina 3">
            <a:extLst>
              <a:ext uri="{FF2B5EF4-FFF2-40B4-BE49-F238E27FC236}">
                <a16:creationId xmlns:a16="http://schemas.microsoft.com/office/drawing/2014/main" id="{C7781359-F892-40DA-8D43-1D8743C32F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83BF0346-7CA4-43F8-84F2-89B4BC27EF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D8E6842-82CC-4783-88C6-53287C37A5E7}" type="slidenum">
              <a:rPr lang="it-IT" smtClean="0"/>
              <a:t>‹N›</a:t>
            </a:fld>
            <a:endParaRPr lang="it-IT"/>
          </a:p>
        </p:txBody>
      </p:sp>
    </p:spTree>
    <p:extLst>
      <p:ext uri="{BB962C8B-B14F-4D97-AF65-F5344CB8AC3E}">
        <p14:creationId xmlns:p14="http://schemas.microsoft.com/office/powerpoint/2010/main" val="40957618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t-IT" noProof="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5922181F-7101-4AB5-B761-68836BBA02B5}" type="datetime1">
              <a:rPr lang="it-IT" noProof="0" smtClean="0"/>
              <a:t>22/09/2024</a:t>
            </a:fld>
            <a:endParaRPr lang="it-IT" noProof="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it-IT" noProof="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t-IT" noProof="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275CD8D-B1D9-4658-A4F0-38CA8D83ED5D}" type="slidenum">
              <a:rPr lang="it-IT" noProof="0" smtClean="0"/>
              <a:t>‹N›</a:t>
            </a:fld>
            <a:endParaRPr lang="it-IT" noProof="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275CD8D-B1D9-4658-A4F0-38CA8D83ED5D}"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7259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rtl="0"/>
            <a:fld id="{C275CD8D-B1D9-4658-A4F0-38CA8D83ED5D}" type="slidenum">
              <a:rPr lang="it-IT" smtClean="0"/>
              <a:t>2</a:t>
            </a:fld>
            <a:endParaRPr lang="it-IT"/>
          </a:p>
        </p:txBody>
      </p:sp>
    </p:spTree>
    <p:extLst>
      <p:ext uri="{BB962C8B-B14F-4D97-AF65-F5344CB8AC3E}">
        <p14:creationId xmlns:p14="http://schemas.microsoft.com/office/powerpoint/2010/main" val="745896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rtl="0"/>
            <a:fld id="{C275CD8D-B1D9-4658-A4F0-38CA8D83ED5D}" type="slidenum">
              <a:rPr lang="it-IT" smtClean="0"/>
              <a:t>3</a:t>
            </a:fld>
            <a:endParaRPr lang="it-IT"/>
          </a:p>
        </p:txBody>
      </p:sp>
    </p:spTree>
    <p:extLst>
      <p:ext uri="{BB962C8B-B14F-4D97-AF65-F5344CB8AC3E}">
        <p14:creationId xmlns:p14="http://schemas.microsoft.com/office/powerpoint/2010/main" val="3015489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rtl="0"/>
            <a:fld id="{C275CD8D-B1D9-4658-A4F0-38CA8D83ED5D}" type="slidenum">
              <a:rPr lang="it-IT" noProof="0" smtClean="0"/>
              <a:t>6</a:t>
            </a:fld>
            <a:endParaRPr lang="it-IT" noProof="0"/>
          </a:p>
        </p:txBody>
      </p:sp>
    </p:spTree>
    <p:extLst>
      <p:ext uri="{BB962C8B-B14F-4D97-AF65-F5344CB8AC3E}">
        <p14:creationId xmlns:p14="http://schemas.microsoft.com/office/powerpoint/2010/main" val="973504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14B8AF-6634-5F71-EB58-8D0FA672EF14}"/>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AF85AB4B-AFF2-AA94-7D3A-7256449B90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1F8EEB14-C7CB-3ACC-F106-A43ECE99DD88}"/>
              </a:ext>
            </a:extLst>
          </p:cNvPr>
          <p:cNvSpPr>
            <a:spLocks noGrp="1"/>
          </p:cNvSpPr>
          <p:nvPr>
            <p:ph type="dt" sz="half" idx="10"/>
          </p:nvPr>
        </p:nvSpPr>
        <p:spPr/>
        <p:txBody>
          <a:bodyPr/>
          <a:lstStyle/>
          <a:p>
            <a:pPr rtl="0"/>
            <a:fld id="{23FBDE1C-3E23-4D72-9753-B4EF5FB360A1}" type="datetime1">
              <a:rPr lang="it-IT" noProof="0" smtClean="0"/>
              <a:t>22/09/2024</a:t>
            </a:fld>
            <a:endParaRPr lang="it-IT" noProof="0"/>
          </a:p>
        </p:txBody>
      </p:sp>
      <p:sp>
        <p:nvSpPr>
          <p:cNvPr id="5" name="Segnaposto piè di pagina 4">
            <a:extLst>
              <a:ext uri="{FF2B5EF4-FFF2-40B4-BE49-F238E27FC236}">
                <a16:creationId xmlns:a16="http://schemas.microsoft.com/office/drawing/2014/main" id="{880515FA-8834-1368-BA0E-985674A5D3A3}"/>
              </a:ext>
            </a:extLst>
          </p:cNvPr>
          <p:cNvSpPr>
            <a:spLocks noGrp="1"/>
          </p:cNvSpPr>
          <p:nvPr>
            <p:ph type="ftr" sz="quarter" idx="11"/>
          </p:nvPr>
        </p:nvSpPr>
        <p:spPr/>
        <p:txBody>
          <a:bodyPr/>
          <a:lstStyle/>
          <a:p>
            <a:pPr rtl="0"/>
            <a:endParaRPr lang="it-IT" noProof="0"/>
          </a:p>
        </p:txBody>
      </p:sp>
      <p:sp>
        <p:nvSpPr>
          <p:cNvPr id="6" name="Segnaposto numero diapositiva 5">
            <a:extLst>
              <a:ext uri="{FF2B5EF4-FFF2-40B4-BE49-F238E27FC236}">
                <a16:creationId xmlns:a16="http://schemas.microsoft.com/office/drawing/2014/main" id="{46A52B26-FF0B-59B4-DA6E-352DA7F7F7EE}"/>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631811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A6A551-9AA2-1625-814A-46A49D28465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F5A78A9-37E2-0CA7-29D8-E793E87F0E2B}"/>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751FD9-5B4A-682B-F393-B17C91738A27}"/>
              </a:ext>
            </a:extLst>
          </p:cNvPr>
          <p:cNvSpPr>
            <a:spLocks noGrp="1"/>
          </p:cNvSpPr>
          <p:nvPr>
            <p:ph type="dt" sz="half" idx="10"/>
          </p:nvPr>
        </p:nvSpPr>
        <p:spPr/>
        <p:txBody>
          <a:bodyPr/>
          <a:lstStyle/>
          <a:p>
            <a:pPr rtl="0"/>
            <a:fld id="{7B3C8DFC-C36E-4EBB-ACA5-2B2AAF43B01E}" type="datetime1">
              <a:rPr lang="it-IT" noProof="0" smtClean="0"/>
              <a:t>22/09/2024</a:t>
            </a:fld>
            <a:endParaRPr lang="it-IT" noProof="0"/>
          </a:p>
        </p:txBody>
      </p:sp>
      <p:sp>
        <p:nvSpPr>
          <p:cNvPr id="5" name="Segnaposto piè di pagina 4">
            <a:extLst>
              <a:ext uri="{FF2B5EF4-FFF2-40B4-BE49-F238E27FC236}">
                <a16:creationId xmlns:a16="http://schemas.microsoft.com/office/drawing/2014/main" id="{05BC9F0A-2D68-C446-0532-D9EED22304B9}"/>
              </a:ext>
            </a:extLst>
          </p:cNvPr>
          <p:cNvSpPr>
            <a:spLocks noGrp="1"/>
          </p:cNvSpPr>
          <p:nvPr>
            <p:ph type="ftr" sz="quarter" idx="11"/>
          </p:nvPr>
        </p:nvSpPr>
        <p:spPr/>
        <p:txBody>
          <a:bodyPr/>
          <a:lstStyle/>
          <a:p>
            <a:pPr rtl="0"/>
            <a:endParaRPr lang="it-IT" noProof="0"/>
          </a:p>
        </p:txBody>
      </p:sp>
      <p:sp>
        <p:nvSpPr>
          <p:cNvPr id="6" name="Segnaposto numero diapositiva 5">
            <a:extLst>
              <a:ext uri="{FF2B5EF4-FFF2-40B4-BE49-F238E27FC236}">
                <a16:creationId xmlns:a16="http://schemas.microsoft.com/office/drawing/2014/main" id="{F5B09CD4-7555-E552-AC4B-7D7D70125243}"/>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2987358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61B6984-3CCD-D947-FDE9-7550E96E5958}"/>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1B811A5E-62F3-2F78-75A9-55048FAB8A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8D8B1CC2-E3D6-CC33-EAAF-8F93972D8F93}"/>
              </a:ext>
            </a:extLst>
          </p:cNvPr>
          <p:cNvSpPr>
            <a:spLocks noGrp="1"/>
          </p:cNvSpPr>
          <p:nvPr>
            <p:ph type="dt" sz="half" idx="10"/>
          </p:nvPr>
        </p:nvSpPr>
        <p:spPr/>
        <p:txBody>
          <a:bodyPr/>
          <a:lstStyle/>
          <a:p>
            <a:pPr rtl="0"/>
            <a:fld id="{4BFBC21F-3A72-41B6-9FD8-FE4121271697}" type="datetime1">
              <a:rPr lang="it-IT" noProof="0" smtClean="0"/>
              <a:t>22/09/2024</a:t>
            </a:fld>
            <a:endParaRPr lang="it-IT" noProof="0"/>
          </a:p>
        </p:txBody>
      </p:sp>
      <p:sp>
        <p:nvSpPr>
          <p:cNvPr id="5" name="Segnaposto piè di pagina 4">
            <a:extLst>
              <a:ext uri="{FF2B5EF4-FFF2-40B4-BE49-F238E27FC236}">
                <a16:creationId xmlns:a16="http://schemas.microsoft.com/office/drawing/2014/main" id="{70CD5FC5-3DED-B4CD-7060-D3A5ADB4540E}"/>
              </a:ext>
            </a:extLst>
          </p:cNvPr>
          <p:cNvSpPr>
            <a:spLocks noGrp="1"/>
          </p:cNvSpPr>
          <p:nvPr>
            <p:ph type="ftr" sz="quarter" idx="11"/>
          </p:nvPr>
        </p:nvSpPr>
        <p:spPr/>
        <p:txBody>
          <a:bodyPr/>
          <a:lstStyle/>
          <a:p>
            <a:pPr rtl="0"/>
            <a:endParaRPr lang="it-IT" noProof="0"/>
          </a:p>
        </p:txBody>
      </p:sp>
      <p:sp>
        <p:nvSpPr>
          <p:cNvPr id="6" name="Segnaposto numero diapositiva 5">
            <a:extLst>
              <a:ext uri="{FF2B5EF4-FFF2-40B4-BE49-F238E27FC236}">
                <a16:creationId xmlns:a16="http://schemas.microsoft.com/office/drawing/2014/main" id="{034FB9EA-F831-98D4-4588-8025D559BE22}"/>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2654448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B06C02-2BFA-A9AE-60E2-A023E79436A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FC1601D-170C-D0FF-AC76-25DB52FC6A1A}"/>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1496C0D5-E0B0-FDD1-90CC-E7DF1BE429A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42753CCA-0A96-07D0-09B2-9322A9EA7389}"/>
              </a:ext>
            </a:extLst>
          </p:cNvPr>
          <p:cNvSpPr>
            <a:spLocks noGrp="1"/>
          </p:cNvSpPr>
          <p:nvPr>
            <p:ph type="dt" sz="half" idx="10"/>
          </p:nvPr>
        </p:nvSpPr>
        <p:spPr/>
        <p:txBody>
          <a:bodyPr/>
          <a:lstStyle/>
          <a:p>
            <a:pPr rtl="0"/>
            <a:fld id="{24C39564-CB3F-41F9-BFFC-657697494CDD}" type="datetime1">
              <a:rPr lang="it-IT" noProof="0" smtClean="0"/>
              <a:t>22/09/2024</a:t>
            </a:fld>
            <a:endParaRPr lang="it-IT" noProof="0"/>
          </a:p>
        </p:txBody>
      </p:sp>
      <p:sp>
        <p:nvSpPr>
          <p:cNvPr id="6" name="Segnaposto piè di pagina 5">
            <a:extLst>
              <a:ext uri="{FF2B5EF4-FFF2-40B4-BE49-F238E27FC236}">
                <a16:creationId xmlns:a16="http://schemas.microsoft.com/office/drawing/2014/main" id="{6DE5D3EE-05C4-765D-EB98-50D225005893}"/>
              </a:ext>
            </a:extLst>
          </p:cNvPr>
          <p:cNvSpPr>
            <a:spLocks noGrp="1"/>
          </p:cNvSpPr>
          <p:nvPr>
            <p:ph type="ftr" sz="quarter" idx="11"/>
          </p:nvPr>
        </p:nvSpPr>
        <p:spPr/>
        <p:txBody>
          <a:bodyPr/>
          <a:lstStyle/>
          <a:p>
            <a:pPr rtl="0"/>
            <a:endParaRPr lang="it-IT" noProof="0"/>
          </a:p>
        </p:txBody>
      </p:sp>
      <p:sp>
        <p:nvSpPr>
          <p:cNvPr id="7" name="Segnaposto numero diapositiva 6">
            <a:extLst>
              <a:ext uri="{FF2B5EF4-FFF2-40B4-BE49-F238E27FC236}">
                <a16:creationId xmlns:a16="http://schemas.microsoft.com/office/drawing/2014/main" id="{6DF92FE8-FA16-7F3C-AB91-A8D8766E1928}"/>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379217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22B8D2-314E-64F6-4BBF-4D05175EDB48}"/>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1EADD8A8-0EE6-08D8-3002-7AFD25C89A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3E7F2FD4-1E02-C694-C36A-AE1EA607CBD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E2C189E3-466E-5BE6-CEE4-D56AD3153A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0258724D-A0EC-A2FB-8A76-2AAAF55EFA9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FE9972D-B490-57B6-0CFD-AF5E08730A02}"/>
              </a:ext>
            </a:extLst>
          </p:cNvPr>
          <p:cNvSpPr>
            <a:spLocks noGrp="1"/>
          </p:cNvSpPr>
          <p:nvPr>
            <p:ph type="dt" sz="half" idx="10"/>
          </p:nvPr>
        </p:nvSpPr>
        <p:spPr/>
        <p:txBody>
          <a:bodyPr/>
          <a:lstStyle/>
          <a:p>
            <a:pPr rtl="0"/>
            <a:fld id="{AFFF9050-B9DC-4CFD-AC22-5207D288D62D}" type="datetime1">
              <a:rPr lang="it-IT" noProof="0" smtClean="0"/>
              <a:t>22/09/2024</a:t>
            </a:fld>
            <a:endParaRPr lang="it-IT" noProof="0"/>
          </a:p>
        </p:txBody>
      </p:sp>
      <p:sp>
        <p:nvSpPr>
          <p:cNvPr id="8" name="Segnaposto piè di pagina 7">
            <a:extLst>
              <a:ext uri="{FF2B5EF4-FFF2-40B4-BE49-F238E27FC236}">
                <a16:creationId xmlns:a16="http://schemas.microsoft.com/office/drawing/2014/main" id="{43078AFB-BE59-7E02-801E-696AFD78FBFE}"/>
              </a:ext>
            </a:extLst>
          </p:cNvPr>
          <p:cNvSpPr>
            <a:spLocks noGrp="1"/>
          </p:cNvSpPr>
          <p:nvPr>
            <p:ph type="ftr" sz="quarter" idx="11"/>
          </p:nvPr>
        </p:nvSpPr>
        <p:spPr/>
        <p:txBody>
          <a:bodyPr/>
          <a:lstStyle/>
          <a:p>
            <a:pPr rtl="0"/>
            <a:endParaRPr lang="it-IT" noProof="0"/>
          </a:p>
        </p:txBody>
      </p:sp>
      <p:sp>
        <p:nvSpPr>
          <p:cNvPr id="9" name="Segnaposto numero diapositiva 8">
            <a:extLst>
              <a:ext uri="{FF2B5EF4-FFF2-40B4-BE49-F238E27FC236}">
                <a16:creationId xmlns:a16="http://schemas.microsoft.com/office/drawing/2014/main" id="{08FCFCD8-7397-A032-A18B-F072577B6556}"/>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22429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F5DDA8-854D-7A45-E1B2-93AB5DAF86B5}"/>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2113C8F4-53FA-553F-1410-A78159A6370C}"/>
              </a:ext>
            </a:extLst>
          </p:cNvPr>
          <p:cNvSpPr>
            <a:spLocks noGrp="1"/>
          </p:cNvSpPr>
          <p:nvPr>
            <p:ph type="dt" sz="half" idx="10"/>
          </p:nvPr>
        </p:nvSpPr>
        <p:spPr/>
        <p:txBody>
          <a:bodyPr/>
          <a:lstStyle/>
          <a:p>
            <a:pPr rtl="0"/>
            <a:fld id="{7586EFB9-AA69-4A1B-B50A-58CDBA1E1577}" type="datetime1">
              <a:rPr lang="it-IT" noProof="0" smtClean="0"/>
              <a:t>22/09/2024</a:t>
            </a:fld>
            <a:endParaRPr lang="it-IT" noProof="0"/>
          </a:p>
        </p:txBody>
      </p:sp>
      <p:sp>
        <p:nvSpPr>
          <p:cNvPr id="4" name="Segnaposto piè di pagina 3">
            <a:extLst>
              <a:ext uri="{FF2B5EF4-FFF2-40B4-BE49-F238E27FC236}">
                <a16:creationId xmlns:a16="http://schemas.microsoft.com/office/drawing/2014/main" id="{80C76F7E-567E-F212-5C8F-D48D0F46112F}"/>
              </a:ext>
            </a:extLst>
          </p:cNvPr>
          <p:cNvSpPr>
            <a:spLocks noGrp="1"/>
          </p:cNvSpPr>
          <p:nvPr>
            <p:ph type="ftr" sz="quarter" idx="11"/>
          </p:nvPr>
        </p:nvSpPr>
        <p:spPr/>
        <p:txBody>
          <a:bodyPr/>
          <a:lstStyle/>
          <a:p>
            <a:pPr rtl="0"/>
            <a:endParaRPr lang="it-IT" noProof="0"/>
          </a:p>
        </p:txBody>
      </p:sp>
      <p:sp>
        <p:nvSpPr>
          <p:cNvPr id="5" name="Segnaposto numero diapositiva 4">
            <a:extLst>
              <a:ext uri="{FF2B5EF4-FFF2-40B4-BE49-F238E27FC236}">
                <a16:creationId xmlns:a16="http://schemas.microsoft.com/office/drawing/2014/main" id="{84E79CD0-D834-8C72-BEFC-BC6908713D17}"/>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066386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E4B320A4-D3FE-CADF-839E-7A9934D0DC99}"/>
              </a:ext>
            </a:extLst>
          </p:cNvPr>
          <p:cNvSpPr>
            <a:spLocks noGrp="1"/>
          </p:cNvSpPr>
          <p:nvPr>
            <p:ph type="dt" sz="half" idx="10"/>
          </p:nvPr>
        </p:nvSpPr>
        <p:spPr/>
        <p:txBody>
          <a:bodyPr/>
          <a:lstStyle/>
          <a:p>
            <a:pPr rtl="0"/>
            <a:fld id="{CF347B6D-5694-4FFD-B935-9D95339993FA}" type="datetime1">
              <a:rPr lang="it-IT" noProof="0" smtClean="0"/>
              <a:t>22/09/2024</a:t>
            </a:fld>
            <a:endParaRPr lang="it-IT" noProof="0"/>
          </a:p>
        </p:txBody>
      </p:sp>
      <p:sp>
        <p:nvSpPr>
          <p:cNvPr id="3" name="Segnaposto piè di pagina 2">
            <a:extLst>
              <a:ext uri="{FF2B5EF4-FFF2-40B4-BE49-F238E27FC236}">
                <a16:creationId xmlns:a16="http://schemas.microsoft.com/office/drawing/2014/main" id="{4377B7BA-BAAF-F611-A99C-89FBC5A26104}"/>
              </a:ext>
            </a:extLst>
          </p:cNvPr>
          <p:cNvSpPr>
            <a:spLocks noGrp="1"/>
          </p:cNvSpPr>
          <p:nvPr>
            <p:ph type="ftr" sz="quarter" idx="11"/>
          </p:nvPr>
        </p:nvSpPr>
        <p:spPr/>
        <p:txBody>
          <a:bodyPr/>
          <a:lstStyle/>
          <a:p>
            <a:pPr rtl="0"/>
            <a:endParaRPr lang="it-IT" noProof="0"/>
          </a:p>
        </p:txBody>
      </p:sp>
      <p:sp>
        <p:nvSpPr>
          <p:cNvPr id="4" name="Segnaposto numero diapositiva 3">
            <a:extLst>
              <a:ext uri="{FF2B5EF4-FFF2-40B4-BE49-F238E27FC236}">
                <a16:creationId xmlns:a16="http://schemas.microsoft.com/office/drawing/2014/main" id="{49716F9A-A78C-711F-3FAB-7E1FCACD5B2C}"/>
              </a:ext>
            </a:extLst>
          </p:cNvPr>
          <p:cNvSpPr>
            <a:spLocks noGrp="1"/>
          </p:cNvSpPr>
          <p:nvPr>
            <p:ph type="sldNum" sz="quarter" idx="12"/>
          </p:nvPr>
        </p:nvSpPr>
        <p:spPr/>
        <p:txBody>
          <a:bodyPr/>
          <a:lstStyle/>
          <a:p>
            <a:pPr rtl="0"/>
            <a:fld id="{6D22F896-40B5-4ADD-8801-0D06FADFA095}" type="slidenum">
              <a:rPr lang="it-IT" noProof="0" smtClean="0"/>
              <a:pPr rtl="0"/>
              <a:t>‹N›</a:t>
            </a:fld>
            <a:endParaRPr lang="it-IT" noProof="0"/>
          </a:p>
        </p:txBody>
      </p:sp>
    </p:spTree>
    <p:extLst>
      <p:ext uri="{BB962C8B-B14F-4D97-AF65-F5344CB8AC3E}">
        <p14:creationId xmlns:p14="http://schemas.microsoft.com/office/powerpoint/2010/main" val="1882725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209E45F-EF95-5ABC-9740-AFA548B21B5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C3BA071-703E-C189-B122-C01EF7E39F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6019C9E7-104B-2EC8-D917-943EB71407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36CF365-4436-03E6-A9BF-C22CAF1611D9}"/>
              </a:ext>
            </a:extLst>
          </p:cNvPr>
          <p:cNvSpPr>
            <a:spLocks noGrp="1"/>
          </p:cNvSpPr>
          <p:nvPr>
            <p:ph type="dt" sz="half" idx="10"/>
          </p:nvPr>
        </p:nvSpPr>
        <p:spPr/>
        <p:txBody>
          <a:bodyPr/>
          <a:lstStyle/>
          <a:p>
            <a:pPr rtl="0"/>
            <a:fld id="{BADA8EA9-A1B1-41D6-8354-C54A3DEE51FB}" type="datetime1">
              <a:rPr lang="it-IT" noProof="0" smtClean="0"/>
              <a:t>22/09/2024</a:t>
            </a:fld>
            <a:endParaRPr lang="it-IT" noProof="0"/>
          </a:p>
        </p:txBody>
      </p:sp>
      <p:sp>
        <p:nvSpPr>
          <p:cNvPr id="6" name="Segnaposto piè di pagina 5">
            <a:extLst>
              <a:ext uri="{FF2B5EF4-FFF2-40B4-BE49-F238E27FC236}">
                <a16:creationId xmlns:a16="http://schemas.microsoft.com/office/drawing/2014/main" id="{4E6CA780-2E68-C1CE-7A51-91F68A08BA66}"/>
              </a:ext>
            </a:extLst>
          </p:cNvPr>
          <p:cNvSpPr>
            <a:spLocks noGrp="1"/>
          </p:cNvSpPr>
          <p:nvPr>
            <p:ph type="ftr" sz="quarter" idx="11"/>
          </p:nvPr>
        </p:nvSpPr>
        <p:spPr/>
        <p:txBody>
          <a:bodyPr/>
          <a:lstStyle/>
          <a:p>
            <a:pPr rtl="0"/>
            <a:endParaRPr lang="it-IT" noProof="0"/>
          </a:p>
        </p:txBody>
      </p:sp>
      <p:sp>
        <p:nvSpPr>
          <p:cNvPr id="7" name="Segnaposto numero diapositiva 6">
            <a:extLst>
              <a:ext uri="{FF2B5EF4-FFF2-40B4-BE49-F238E27FC236}">
                <a16:creationId xmlns:a16="http://schemas.microsoft.com/office/drawing/2014/main" id="{A6CA823B-FE82-AF54-E4C5-75C6C2986A8E}"/>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660302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44D07B-7325-4CC2-B223-592DE1F7754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18E52A1-68A4-676F-579C-633DE37255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F726DBA6-8909-617F-7974-A5D79B46D6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5E556AE-26A4-A070-C781-36F1784BFA82}"/>
              </a:ext>
            </a:extLst>
          </p:cNvPr>
          <p:cNvSpPr>
            <a:spLocks noGrp="1"/>
          </p:cNvSpPr>
          <p:nvPr>
            <p:ph type="dt" sz="half" idx="10"/>
          </p:nvPr>
        </p:nvSpPr>
        <p:spPr/>
        <p:txBody>
          <a:bodyPr/>
          <a:lstStyle/>
          <a:p>
            <a:pPr rtl="0"/>
            <a:fld id="{0619B972-50DF-4E87-B167-DF1BED440C81}" type="datetime1">
              <a:rPr lang="it-IT" noProof="0" smtClean="0"/>
              <a:t>22/09/2024</a:t>
            </a:fld>
            <a:endParaRPr lang="it-IT" noProof="0"/>
          </a:p>
        </p:txBody>
      </p:sp>
      <p:sp>
        <p:nvSpPr>
          <p:cNvPr id="6" name="Segnaposto piè di pagina 5">
            <a:extLst>
              <a:ext uri="{FF2B5EF4-FFF2-40B4-BE49-F238E27FC236}">
                <a16:creationId xmlns:a16="http://schemas.microsoft.com/office/drawing/2014/main" id="{E72051CF-B56D-D64A-66C6-2F55252026C0}"/>
              </a:ext>
            </a:extLst>
          </p:cNvPr>
          <p:cNvSpPr>
            <a:spLocks noGrp="1"/>
          </p:cNvSpPr>
          <p:nvPr>
            <p:ph type="ftr" sz="quarter" idx="11"/>
          </p:nvPr>
        </p:nvSpPr>
        <p:spPr/>
        <p:txBody>
          <a:bodyPr/>
          <a:lstStyle/>
          <a:p>
            <a:pPr rtl="0"/>
            <a:endParaRPr lang="it-IT" noProof="0"/>
          </a:p>
        </p:txBody>
      </p:sp>
      <p:sp>
        <p:nvSpPr>
          <p:cNvPr id="7" name="Segnaposto numero diapositiva 6">
            <a:extLst>
              <a:ext uri="{FF2B5EF4-FFF2-40B4-BE49-F238E27FC236}">
                <a16:creationId xmlns:a16="http://schemas.microsoft.com/office/drawing/2014/main" id="{D2518811-332A-5606-7886-286089A55645}"/>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809009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B1FCEC-9936-CF65-6F9F-93346E7E28A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947F0DE-2C01-A449-F167-35C368C7E7B0}"/>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FF90500-2C58-A9F1-3BB4-2D0DF0CE977C}"/>
              </a:ext>
            </a:extLst>
          </p:cNvPr>
          <p:cNvSpPr>
            <a:spLocks noGrp="1"/>
          </p:cNvSpPr>
          <p:nvPr>
            <p:ph type="dt" sz="half" idx="10"/>
          </p:nvPr>
        </p:nvSpPr>
        <p:spPr/>
        <p:txBody>
          <a:bodyPr/>
          <a:lstStyle/>
          <a:p>
            <a:pPr rtl="0"/>
            <a:fld id="{CC26C84B-C93D-4C1F-82C3-9D1EAA99230D}" type="datetime1">
              <a:rPr lang="it-IT" noProof="0" smtClean="0"/>
              <a:t>22/09/2024</a:t>
            </a:fld>
            <a:endParaRPr lang="it-IT" noProof="0"/>
          </a:p>
        </p:txBody>
      </p:sp>
      <p:sp>
        <p:nvSpPr>
          <p:cNvPr id="5" name="Segnaposto piè di pagina 4">
            <a:extLst>
              <a:ext uri="{FF2B5EF4-FFF2-40B4-BE49-F238E27FC236}">
                <a16:creationId xmlns:a16="http://schemas.microsoft.com/office/drawing/2014/main" id="{8E92645D-D9E7-19B3-887B-117499C7F211}"/>
              </a:ext>
            </a:extLst>
          </p:cNvPr>
          <p:cNvSpPr>
            <a:spLocks noGrp="1"/>
          </p:cNvSpPr>
          <p:nvPr>
            <p:ph type="ftr" sz="quarter" idx="11"/>
          </p:nvPr>
        </p:nvSpPr>
        <p:spPr/>
        <p:txBody>
          <a:bodyPr/>
          <a:lstStyle/>
          <a:p>
            <a:pPr rtl="0"/>
            <a:endParaRPr lang="it-IT" noProof="0"/>
          </a:p>
        </p:txBody>
      </p:sp>
      <p:sp>
        <p:nvSpPr>
          <p:cNvPr id="6" name="Segnaposto numero diapositiva 5">
            <a:extLst>
              <a:ext uri="{FF2B5EF4-FFF2-40B4-BE49-F238E27FC236}">
                <a16:creationId xmlns:a16="http://schemas.microsoft.com/office/drawing/2014/main" id="{A255C720-3B33-7487-BD19-30297C3E8EA6}"/>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857373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26BA9691-530A-6476-372B-B294395E1B3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7114196-93CB-2F8C-6B90-4B3508514F27}"/>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DAA35B0-C7EC-B326-55A6-A4874187E5EB}"/>
              </a:ext>
            </a:extLst>
          </p:cNvPr>
          <p:cNvSpPr>
            <a:spLocks noGrp="1"/>
          </p:cNvSpPr>
          <p:nvPr>
            <p:ph type="dt" sz="half" idx="10"/>
          </p:nvPr>
        </p:nvSpPr>
        <p:spPr/>
        <p:txBody>
          <a:bodyPr/>
          <a:lstStyle/>
          <a:p>
            <a:pPr rtl="0"/>
            <a:fld id="{F1D181C1-3482-4CDD-BE88-72197856663F}" type="datetime1">
              <a:rPr lang="it-IT" noProof="0" smtClean="0"/>
              <a:t>22/09/2024</a:t>
            </a:fld>
            <a:endParaRPr lang="it-IT" noProof="0"/>
          </a:p>
        </p:txBody>
      </p:sp>
      <p:sp>
        <p:nvSpPr>
          <p:cNvPr id="5" name="Segnaposto piè di pagina 4">
            <a:extLst>
              <a:ext uri="{FF2B5EF4-FFF2-40B4-BE49-F238E27FC236}">
                <a16:creationId xmlns:a16="http://schemas.microsoft.com/office/drawing/2014/main" id="{C55C2A2A-A8AB-E35E-F65F-663B2E2C233E}"/>
              </a:ext>
            </a:extLst>
          </p:cNvPr>
          <p:cNvSpPr>
            <a:spLocks noGrp="1"/>
          </p:cNvSpPr>
          <p:nvPr>
            <p:ph type="ftr" sz="quarter" idx="11"/>
          </p:nvPr>
        </p:nvSpPr>
        <p:spPr/>
        <p:txBody>
          <a:bodyPr/>
          <a:lstStyle/>
          <a:p>
            <a:pPr rtl="0"/>
            <a:endParaRPr lang="it-IT" noProof="0"/>
          </a:p>
        </p:txBody>
      </p:sp>
      <p:sp>
        <p:nvSpPr>
          <p:cNvPr id="6" name="Segnaposto numero diapositiva 5">
            <a:extLst>
              <a:ext uri="{FF2B5EF4-FFF2-40B4-BE49-F238E27FC236}">
                <a16:creationId xmlns:a16="http://schemas.microsoft.com/office/drawing/2014/main" id="{FE42419B-8835-3080-0357-D041C3285FC3}"/>
              </a:ext>
            </a:extLst>
          </p:cNvPr>
          <p:cNvSpPr>
            <a:spLocks noGrp="1"/>
          </p:cNvSpPr>
          <p:nvPr>
            <p:ph type="sldNum" sz="quarter" idx="12"/>
          </p:nvPr>
        </p:nvSpPr>
        <p:spPr/>
        <p:txBody>
          <a:bodyPr/>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507681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pic>
        <p:nvPicPr>
          <p:cNvPr id="66" name="Immagin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uppo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ttangolo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igura a mano libera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igura a mano libera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ttangolo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igura a mano libera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igura a mano libera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igura a mano libera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igura a mano libera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igura a mano libera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igura a mano libera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igura a mano libera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igura a mano libera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igura a mano libera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igura a mano libera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igura a mano libera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igura a mano libera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igura a mano libera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igura a mano libera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igura a mano libera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igura a mano libera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igura a mano libera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igura a mano libera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igura a mano libera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igura a mano libera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igura a mano libera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igura a mano libera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igura a mano libera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igura a mano libera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ttangolo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igura a mano libera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igura a mano libera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igura a mano libera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igura a mano libera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igura a mano libera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igura a mano libera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igura a mano libera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igura a mano libera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igura a mano libera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igura a mano libera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igura a mano libera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ttangolo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igura a mano libera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igura a mano libera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igura a mano libera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igura a mano libera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igura a mano libera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igura a mano libera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igura a mano libera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igura a mano libera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igura a mano libera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igura a mano libera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igura a mano libera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igura a mano libera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igura a mano libera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olo 1"/>
          <p:cNvSpPr>
            <a:spLocks noGrp="1"/>
          </p:cNvSpPr>
          <p:nvPr>
            <p:ph type="ctrTitle"/>
          </p:nvPr>
        </p:nvSpPr>
        <p:spPr>
          <a:xfrm>
            <a:off x="1876424" y="1122363"/>
            <a:ext cx="8791575" cy="2387600"/>
          </a:xfrm>
        </p:spPr>
        <p:txBody>
          <a:bodyPr rtlCol="0" anchor="b">
            <a:normAutofit/>
          </a:bodyPr>
          <a:lstStyle>
            <a:lvl1pPr algn="l">
              <a:defRPr sz="4800"/>
            </a:lvl1pPr>
          </a:lstStyle>
          <a:p>
            <a:pPr rtl="0"/>
            <a:r>
              <a:rPr lang="it-IT" noProof="0"/>
              <a:t>Fare clic per modificare lo stile del titolo dello schema</a:t>
            </a:r>
          </a:p>
        </p:txBody>
      </p:sp>
      <p:sp>
        <p:nvSpPr>
          <p:cNvPr id="3" name="Sottotitolo 2"/>
          <p:cNvSpPr>
            <a:spLocks noGrp="1"/>
          </p:cNvSpPr>
          <p:nvPr>
            <p:ph type="subTitle" idx="1"/>
          </p:nvPr>
        </p:nvSpPr>
        <p:spPr>
          <a:xfrm>
            <a:off x="1876424" y="3602038"/>
            <a:ext cx="8791575" cy="1655762"/>
          </a:xfrm>
        </p:spPr>
        <p:txBody>
          <a:bodyPr rtlCol="0">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it-IT" noProof="0"/>
              <a:t>Fare clic per modificare lo stile del sottotitolo dello schema</a:t>
            </a:r>
          </a:p>
        </p:txBody>
      </p:sp>
      <p:sp>
        <p:nvSpPr>
          <p:cNvPr id="4" name="Segnaposto data 3"/>
          <p:cNvSpPr>
            <a:spLocks noGrp="1"/>
          </p:cNvSpPr>
          <p:nvPr>
            <p:ph type="dt" sz="half" idx="10"/>
          </p:nvPr>
        </p:nvSpPr>
        <p:spPr>
          <a:xfrm>
            <a:off x="7077511" y="5410201"/>
            <a:ext cx="2743200" cy="365125"/>
          </a:xfrm>
        </p:spPr>
        <p:txBody>
          <a:bodyPr rtlCol="0"/>
          <a:lstStyle/>
          <a:p>
            <a:pPr rtl="0"/>
            <a:fld id="{23FBDE1C-3E23-4D72-9753-B4EF5FB360A1}" type="datetime1">
              <a:rPr lang="it-IT" noProof="0" smtClean="0"/>
              <a:t>22/09/2024</a:t>
            </a:fld>
            <a:endParaRPr lang="it-IT" noProof="0"/>
          </a:p>
        </p:txBody>
      </p:sp>
      <p:sp>
        <p:nvSpPr>
          <p:cNvPr id="5" name="Segnaposto piè di pagina 4"/>
          <p:cNvSpPr>
            <a:spLocks noGrp="1"/>
          </p:cNvSpPr>
          <p:nvPr>
            <p:ph type="ftr" sz="quarter" idx="11"/>
          </p:nvPr>
        </p:nvSpPr>
        <p:spPr>
          <a:xfrm>
            <a:off x="1876424" y="5410201"/>
            <a:ext cx="5124886" cy="365125"/>
          </a:xfrm>
        </p:spPr>
        <p:txBody>
          <a:bodyPr rtlCol="0"/>
          <a:lstStyle/>
          <a:p>
            <a:pPr rtl="0"/>
            <a:endParaRPr lang="it-IT" noProof="0"/>
          </a:p>
        </p:txBody>
      </p:sp>
      <p:sp>
        <p:nvSpPr>
          <p:cNvPr id="6" name="Segnaposto numero diapositiva 5"/>
          <p:cNvSpPr>
            <a:spLocks noGrp="1"/>
          </p:cNvSpPr>
          <p:nvPr>
            <p:ph type="sldNum" sz="quarter" idx="12"/>
          </p:nvPr>
        </p:nvSpPr>
        <p:spPr>
          <a:xfrm>
            <a:off x="9896911" y="5410199"/>
            <a:ext cx="771089" cy="365125"/>
          </a:xfrm>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721680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noProof="0"/>
              <a:t>Fare clic per modificare lo stile del titolo dello schema</a:t>
            </a:r>
          </a:p>
        </p:txBody>
      </p:sp>
      <p:sp>
        <p:nvSpPr>
          <p:cNvPr id="3" name="Segnaposto contenuto 2"/>
          <p:cNvSpPr>
            <a:spLocks noGrp="1"/>
          </p:cNvSpPr>
          <p:nvPr>
            <p:ph idx="1"/>
          </p:nvPr>
        </p:nvSpPr>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data 3"/>
          <p:cNvSpPr>
            <a:spLocks noGrp="1"/>
          </p:cNvSpPr>
          <p:nvPr>
            <p:ph type="dt" sz="half" idx="10"/>
          </p:nvPr>
        </p:nvSpPr>
        <p:spPr/>
        <p:txBody>
          <a:bodyPr rtlCol="0"/>
          <a:lstStyle/>
          <a:p>
            <a:pPr rtl="0"/>
            <a:fld id="{7B3C8DFC-C36E-4EBB-ACA5-2B2AAF43B01E}" type="datetime1">
              <a:rPr lang="it-IT" noProof="0" smtClean="0"/>
              <a:t>22/09/2024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536194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1141411" y="1419226"/>
            <a:ext cx="9906000" cy="2852737"/>
          </a:xfrm>
        </p:spPr>
        <p:txBody>
          <a:bodyPr rtlCol="0" anchor="b">
            <a:normAutofit/>
          </a:bodyPr>
          <a:lstStyle>
            <a:lvl1pPr>
              <a:defRPr sz="3600"/>
            </a:lvl1pPr>
          </a:lstStyle>
          <a:p>
            <a:pPr rtl="0"/>
            <a:r>
              <a:rPr lang="it-IT" noProof="0"/>
              <a:t>Fare clic per modificare lo stile del titolo dello schema</a:t>
            </a:r>
          </a:p>
        </p:txBody>
      </p:sp>
      <p:sp>
        <p:nvSpPr>
          <p:cNvPr id="3" name="Segnaposto testo 2"/>
          <p:cNvSpPr>
            <a:spLocks noGrp="1"/>
          </p:cNvSpPr>
          <p:nvPr>
            <p:ph type="body" idx="1"/>
          </p:nvPr>
        </p:nvSpPr>
        <p:spPr>
          <a:xfrm>
            <a:off x="1141411" y="4424362"/>
            <a:ext cx="9906000" cy="1374776"/>
          </a:xfrm>
        </p:spPr>
        <p:txBody>
          <a:bodyPr rtlCol="0">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it-IT" noProof="0"/>
              <a:t>Fare clic per modificare gli stili del testo dello schema</a:t>
            </a:r>
          </a:p>
        </p:txBody>
      </p:sp>
      <p:sp>
        <p:nvSpPr>
          <p:cNvPr id="4" name="Segnaposto data 3"/>
          <p:cNvSpPr>
            <a:spLocks noGrp="1"/>
          </p:cNvSpPr>
          <p:nvPr>
            <p:ph type="dt" sz="half" idx="10"/>
          </p:nvPr>
        </p:nvSpPr>
        <p:spPr/>
        <p:txBody>
          <a:bodyPr rtlCol="0"/>
          <a:lstStyle/>
          <a:p>
            <a:pPr rtl="0"/>
            <a:fld id="{4BFBC21F-3A72-41B6-9FD8-FE4121271697}" type="datetime1">
              <a:rPr lang="it-IT" noProof="0" smtClean="0"/>
              <a:t>22/09/2024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386360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noProof="0"/>
              <a:t>Fare clic per modificare lo stile del titolo dello schema</a:t>
            </a:r>
          </a:p>
        </p:txBody>
      </p:sp>
      <p:sp>
        <p:nvSpPr>
          <p:cNvPr id="3" name="Segnaposto contenuto 2"/>
          <p:cNvSpPr>
            <a:spLocks noGrp="1"/>
          </p:cNvSpPr>
          <p:nvPr>
            <p:ph sz="half" idx="1"/>
          </p:nvPr>
        </p:nvSpPr>
        <p:spPr>
          <a:xfrm>
            <a:off x="1141410" y="2249486"/>
            <a:ext cx="4878389" cy="3541714"/>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contenuto 3"/>
          <p:cNvSpPr>
            <a:spLocks noGrp="1"/>
          </p:cNvSpPr>
          <p:nvPr>
            <p:ph sz="half" idx="2"/>
          </p:nvPr>
        </p:nvSpPr>
        <p:spPr>
          <a:xfrm>
            <a:off x="6172200" y="2249486"/>
            <a:ext cx="4875211" cy="3541714"/>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5" name="Segnaposto data 4"/>
          <p:cNvSpPr>
            <a:spLocks noGrp="1"/>
          </p:cNvSpPr>
          <p:nvPr>
            <p:ph type="dt" sz="half" idx="10"/>
          </p:nvPr>
        </p:nvSpPr>
        <p:spPr/>
        <p:txBody>
          <a:bodyPr rtlCol="0"/>
          <a:lstStyle/>
          <a:p>
            <a:pPr rtl="0"/>
            <a:fld id="{24C39564-CB3F-41F9-BFFC-657697494CDD}" type="datetime1">
              <a:rPr lang="it-IT" noProof="0" smtClean="0"/>
              <a:t>22/09/2024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206052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1141411" y="619126"/>
            <a:ext cx="9906000" cy="1477961"/>
          </a:xfrm>
        </p:spPr>
        <p:txBody>
          <a:bodyPr rtlCol="0"/>
          <a:lstStyle/>
          <a:p>
            <a:pPr rtl="0"/>
            <a:r>
              <a:rPr lang="it-IT" noProof="0"/>
              <a:t>Fare clic per modificare lo stile del titolo dello schema</a:t>
            </a:r>
          </a:p>
        </p:txBody>
      </p:sp>
      <p:sp>
        <p:nvSpPr>
          <p:cNvPr id="3" name="Segnaposto testo 2"/>
          <p:cNvSpPr>
            <a:spLocks noGrp="1"/>
          </p:cNvSpPr>
          <p:nvPr>
            <p:ph type="body" idx="1"/>
          </p:nvPr>
        </p:nvSpPr>
        <p:spPr>
          <a:xfrm>
            <a:off x="1370019" y="2249486"/>
            <a:ext cx="4649783" cy="823912"/>
          </a:xfrm>
        </p:spPr>
        <p:txBody>
          <a:bodyPr rtlCol="0"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4" name="Segnaposto contenuto 3"/>
          <p:cNvSpPr>
            <a:spLocks noGrp="1"/>
          </p:cNvSpPr>
          <p:nvPr>
            <p:ph sz="half" idx="2"/>
          </p:nvPr>
        </p:nvSpPr>
        <p:spPr>
          <a:xfrm>
            <a:off x="1141410" y="3073397"/>
            <a:ext cx="4878391" cy="2717801"/>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5" name="Segnaposto testo 4"/>
          <p:cNvSpPr>
            <a:spLocks noGrp="1"/>
          </p:cNvSpPr>
          <p:nvPr>
            <p:ph type="body" sz="quarter" idx="3" hasCustomPrompt="1"/>
          </p:nvPr>
        </p:nvSpPr>
        <p:spPr>
          <a:xfrm>
            <a:off x="6400808" y="2249485"/>
            <a:ext cx="4646602" cy="823912"/>
          </a:xfrm>
        </p:spPr>
        <p:txBody>
          <a:bodyPr rtlCol="0"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lo stile del titolo</a:t>
            </a:r>
          </a:p>
        </p:txBody>
      </p:sp>
      <p:sp>
        <p:nvSpPr>
          <p:cNvPr id="6" name="Segnaposto contenuto 5"/>
          <p:cNvSpPr>
            <a:spLocks noGrp="1"/>
          </p:cNvSpPr>
          <p:nvPr>
            <p:ph sz="quarter" idx="4"/>
          </p:nvPr>
        </p:nvSpPr>
        <p:spPr>
          <a:xfrm>
            <a:off x="6172200" y="3073397"/>
            <a:ext cx="4875210" cy="2717801"/>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7" name="Segnaposto data 6"/>
          <p:cNvSpPr>
            <a:spLocks noGrp="1"/>
          </p:cNvSpPr>
          <p:nvPr>
            <p:ph type="dt" sz="half" idx="10"/>
          </p:nvPr>
        </p:nvSpPr>
        <p:spPr/>
        <p:txBody>
          <a:bodyPr rtlCol="0"/>
          <a:lstStyle/>
          <a:p>
            <a:pPr rtl="0"/>
            <a:fld id="{AFFF9050-B9DC-4CFD-AC22-5207D288D62D}" type="datetime1">
              <a:rPr lang="it-IT" noProof="0" smtClean="0"/>
              <a:t>22/09/2024</a:t>
            </a:fld>
            <a:endParaRPr lang="it-IT" noProof="0"/>
          </a:p>
        </p:txBody>
      </p:sp>
      <p:sp>
        <p:nvSpPr>
          <p:cNvPr id="8" name="Segnaposto piè di pagina 7"/>
          <p:cNvSpPr>
            <a:spLocks noGrp="1"/>
          </p:cNvSpPr>
          <p:nvPr>
            <p:ph type="ftr" sz="quarter" idx="11"/>
          </p:nvPr>
        </p:nvSpPr>
        <p:spPr/>
        <p:txBody>
          <a:bodyPr rtlCol="0"/>
          <a:lstStyle/>
          <a:p>
            <a:pPr rtl="0"/>
            <a:endParaRPr lang="it-IT" noProof="0"/>
          </a:p>
        </p:txBody>
      </p:sp>
      <p:sp>
        <p:nvSpPr>
          <p:cNvPr id="9" name="Segnaposto numero diapositiva 8"/>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25354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noProof="0"/>
              <a:t>Fare clic per modificare lo stile del titolo dello schema</a:t>
            </a:r>
          </a:p>
        </p:txBody>
      </p:sp>
      <p:sp>
        <p:nvSpPr>
          <p:cNvPr id="3" name="Segnaposto data 2"/>
          <p:cNvSpPr>
            <a:spLocks noGrp="1"/>
          </p:cNvSpPr>
          <p:nvPr>
            <p:ph type="dt" sz="half" idx="10"/>
          </p:nvPr>
        </p:nvSpPr>
        <p:spPr/>
        <p:txBody>
          <a:bodyPr rtlCol="0"/>
          <a:lstStyle/>
          <a:p>
            <a:pPr rtl="0"/>
            <a:fld id="{7586EFB9-AA69-4A1B-B50A-58CDBA1E1577}" type="datetime1">
              <a:rPr lang="it-IT" noProof="0" smtClean="0"/>
              <a:t>22/09/2024</a:t>
            </a:fld>
            <a:endParaRPr lang="it-IT" noProof="0"/>
          </a:p>
        </p:txBody>
      </p:sp>
      <p:sp>
        <p:nvSpPr>
          <p:cNvPr id="4" name="Segnaposto piè di pagina 3"/>
          <p:cNvSpPr>
            <a:spLocks noGrp="1"/>
          </p:cNvSpPr>
          <p:nvPr>
            <p:ph type="ftr" sz="quarter" idx="11"/>
          </p:nvPr>
        </p:nvSpPr>
        <p:spPr/>
        <p:txBody>
          <a:bodyPr rtlCol="0"/>
          <a:lstStyle/>
          <a:p>
            <a:pPr rtl="0"/>
            <a:endParaRPr lang="it-IT" noProof="0"/>
          </a:p>
        </p:txBody>
      </p:sp>
      <p:sp>
        <p:nvSpPr>
          <p:cNvPr id="5" name="Segnaposto numero diapositiva 4"/>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276328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rtlCol="0"/>
          <a:lstStyle/>
          <a:p>
            <a:pPr rtl="0"/>
            <a:fld id="{5C0A7AD1-96F9-4336-A995-5BEC3E0281AF}" type="datetime1">
              <a:rPr lang="it-IT" noProof="0" smtClean="0"/>
              <a:t>22/09/2024</a:t>
            </a:fld>
            <a:endParaRPr lang="it-IT" noProof="0"/>
          </a:p>
        </p:txBody>
      </p:sp>
      <p:sp>
        <p:nvSpPr>
          <p:cNvPr id="3" name="Segnaposto piè di pagina 2"/>
          <p:cNvSpPr>
            <a:spLocks noGrp="1"/>
          </p:cNvSpPr>
          <p:nvPr>
            <p:ph type="ftr" sz="quarter" idx="11"/>
          </p:nvPr>
        </p:nvSpPr>
        <p:spPr/>
        <p:txBody>
          <a:bodyPr rtlCol="0"/>
          <a:lstStyle/>
          <a:p>
            <a:pPr rtl="0"/>
            <a:endParaRPr lang="it-IT" noProof="0"/>
          </a:p>
        </p:txBody>
      </p:sp>
      <p:sp>
        <p:nvSpPr>
          <p:cNvPr id="4" name="Segnaposto numero diapositiva 3"/>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405508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146705" y="609601"/>
            <a:ext cx="3856037" cy="1639884"/>
          </a:xfrm>
        </p:spPr>
        <p:txBody>
          <a:bodyPr rtlCol="0" anchor="b"/>
          <a:lstStyle>
            <a:lvl1pPr>
              <a:defRPr sz="3200"/>
            </a:lvl1pPr>
          </a:lstStyle>
          <a:p>
            <a:pPr rtl="0"/>
            <a:r>
              <a:rPr lang="it-IT" noProof="0"/>
              <a:t>Fare clic per modificare lo stile del titolo dello schema</a:t>
            </a:r>
          </a:p>
        </p:txBody>
      </p:sp>
      <p:sp>
        <p:nvSpPr>
          <p:cNvPr id="3" name="Segnaposto contenuto 2"/>
          <p:cNvSpPr>
            <a:spLocks noGrp="1"/>
          </p:cNvSpPr>
          <p:nvPr>
            <p:ph idx="1"/>
          </p:nvPr>
        </p:nvSpPr>
        <p:spPr>
          <a:xfrm>
            <a:off x="5156200" y="592666"/>
            <a:ext cx="5891209" cy="5198534"/>
          </a:xfrm>
        </p:spPr>
        <p:txBody>
          <a:bodyPr rtlCol="0" anchor="ct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testo 3"/>
          <p:cNvSpPr>
            <a:spLocks noGrp="1"/>
          </p:cNvSpPr>
          <p:nvPr>
            <p:ph type="body" sz="half" idx="2"/>
          </p:nvPr>
        </p:nvSpPr>
        <p:spPr>
          <a:xfrm>
            <a:off x="1146705" y="2249486"/>
            <a:ext cx="3856037" cy="3541714"/>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gli stili del testo dello schema</a:t>
            </a:r>
          </a:p>
        </p:txBody>
      </p:sp>
      <p:sp>
        <p:nvSpPr>
          <p:cNvPr id="5" name="Segnaposto data 4"/>
          <p:cNvSpPr>
            <a:spLocks noGrp="1"/>
          </p:cNvSpPr>
          <p:nvPr>
            <p:ph type="dt" sz="half" idx="10"/>
          </p:nvPr>
        </p:nvSpPr>
        <p:spPr/>
        <p:txBody>
          <a:bodyPr rtlCol="0"/>
          <a:lstStyle/>
          <a:p>
            <a:pPr rtl="0"/>
            <a:fld id="{BADA8EA9-A1B1-41D6-8354-C54A3DEE51FB}" type="datetime1">
              <a:rPr lang="it-IT" noProof="0" smtClean="0"/>
              <a:t>22/09/2024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023758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141413" y="609600"/>
            <a:ext cx="5934508" cy="1639886"/>
          </a:xfrm>
        </p:spPr>
        <p:txBody>
          <a:bodyPr rtlCol="0" anchor="b"/>
          <a:lstStyle>
            <a:lvl1pPr>
              <a:defRPr sz="3200"/>
            </a:lvl1pPr>
          </a:lstStyle>
          <a:p>
            <a:pPr rtl="0"/>
            <a:r>
              <a:rPr lang="it-IT" noProof="0"/>
              <a:t>Fare clic per modificare lo stile del titolo dello schema</a:t>
            </a:r>
          </a:p>
        </p:txBody>
      </p:sp>
      <p:sp>
        <p:nvSpPr>
          <p:cNvPr id="3" name="Segnaposto immagine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it-IT" noProof="0"/>
              <a:t>Fare clic sull'icona per inserire un'immagine</a:t>
            </a:r>
          </a:p>
        </p:txBody>
      </p:sp>
      <p:sp>
        <p:nvSpPr>
          <p:cNvPr id="4" name="Segnaposto testo 3"/>
          <p:cNvSpPr>
            <a:spLocks noGrp="1"/>
          </p:cNvSpPr>
          <p:nvPr>
            <p:ph type="body" sz="half" idx="2"/>
          </p:nvPr>
        </p:nvSpPr>
        <p:spPr>
          <a:xfrm>
            <a:off x="1141410" y="2249486"/>
            <a:ext cx="5934511" cy="3541714"/>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gli stili del testo dello schema</a:t>
            </a:r>
          </a:p>
        </p:txBody>
      </p:sp>
      <p:sp>
        <p:nvSpPr>
          <p:cNvPr id="5" name="Segnaposto data 4"/>
          <p:cNvSpPr>
            <a:spLocks noGrp="1"/>
          </p:cNvSpPr>
          <p:nvPr>
            <p:ph type="dt" sz="half" idx="10"/>
          </p:nvPr>
        </p:nvSpPr>
        <p:spPr/>
        <p:txBody>
          <a:bodyPr rtlCol="0"/>
          <a:lstStyle/>
          <a:p>
            <a:pPr rtl="0"/>
            <a:fld id="{0619B972-50DF-4E87-B167-DF1BED440C81}" type="datetime1">
              <a:rPr lang="it-IT" noProof="0" smtClean="0"/>
              <a:t>22/09/2024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378487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141410" y="4304664"/>
            <a:ext cx="9912355" cy="819355"/>
          </a:xfrm>
        </p:spPr>
        <p:txBody>
          <a:bodyPr rtlCol="0" anchor="b">
            <a:normAutofit/>
          </a:bodyPr>
          <a:lstStyle>
            <a:lvl1pPr>
              <a:defRPr sz="3200"/>
            </a:lvl1pPr>
          </a:lstStyle>
          <a:p>
            <a:pPr rtl="0"/>
            <a:r>
              <a:rPr lang="it-IT" noProof="0"/>
              <a:t>Fare clic per modificare lo stile del titolo dello schema</a:t>
            </a:r>
          </a:p>
        </p:txBody>
      </p:sp>
      <p:sp>
        <p:nvSpPr>
          <p:cNvPr id="3" name="Segnaposto immagine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rtl="0">
              <a:buNone/>
            </a:pPr>
            <a:r>
              <a:rPr lang="it-IT" noProof="0"/>
              <a:t>Fare clic sull'icona per inserire un'immagine</a:t>
            </a:r>
          </a:p>
        </p:txBody>
      </p:sp>
      <p:sp>
        <p:nvSpPr>
          <p:cNvPr id="4" name="Segnaposto testo 3"/>
          <p:cNvSpPr>
            <a:spLocks noGrp="1"/>
          </p:cNvSpPr>
          <p:nvPr>
            <p:ph type="body" sz="half" idx="2" hasCustomPrompt="1"/>
          </p:nvPr>
        </p:nvSpPr>
        <p:spPr>
          <a:xfrm>
            <a:off x="1141364" y="5124020"/>
            <a:ext cx="9910859" cy="682472"/>
          </a:xfrm>
        </p:spPr>
        <p:txBody>
          <a:bodyPr rtlCol="0">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lo stile del titolo</a:t>
            </a:r>
          </a:p>
        </p:txBody>
      </p:sp>
      <p:sp>
        <p:nvSpPr>
          <p:cNvPr id="5" name="Segnaposto data 4"/>
          <p:cNvSpPr>
            <a:spLocks noGrp="1"/>
          </p:cNvSpPr>
          <p:nvPr>
            <p:ph type="dt" sz="half" idx="10"/>
          </p:nvPr>
        </p:nvSpPr>
        <p:spPr/>
        <p:txBody>
          <a:bodyPr rtlCol="0"/>
          <a:lstStyle/>
          <a:p>
            <a:pPr rtl="0"/>
            <a:fld id="{A39577CA-5A09-41ED-A164-84368F874A4B}" type="datetime1">
              <a:rPr lang="it-IT" noProof="0" smtClean="0"/>
              <a:t>22/09/2024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3338978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olo e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141456" y="609600"/>
            <a:ext cx="9905955" cy="3429000"/>
          </a:xfrm>
        </p:spPr>
        <p:txBody>
          <a:bodyPr rtlCol="0" anchor="ctr">
            <a:normAutofit/>
          </a:bodyPr>
          <a:lstStyle>
            <a:lvl1pPr>
              <a:defRPr sz="3600"/>
            </a:lvl1pPr>
          </a:lstStyle>
          <a:p>
            <a:pPr rtl="0"/>
            <a:r>
              <a:rPr lang="it-IT" noProof="0"/>
              <a:t>Fare clic per modificare lo stile del titolo dello schema</a:t>
            </a:r>
          </a:p>
        </p:txBody>
      </p:sp>
      <p:sp>
        <p:nvSpPr>
          <p:cNvPr id="4" name="Segnaposto testo 3"/>
          <p:cNvSpPr>
            <a:spLocks noGrp="1"/>
          </p:cNvSpPr>
          <p:nvPr>
            <p:ph type="body" sz="half" idx="2" hasCustomPrompt="1"/>
          </p:nvPr>
        </p:nvSpPr>
        <p:spPr>
          <a:xfrm>
            <a:off x="1141410" y="4419599"/>
            <a:ext cx="9904459" cy="1371599"/>
          </a:xfrm>
        </p:spPr>
        <p:txBody>
          <a:bodyPr rtlCol="0"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lo stile del titolo</a:t>
            </a:r>
          </a:p>
        </p:txBody>
      </p:sp>
      <p:sp>
        <p:nvSpPr>
          <p:cNvPr id="5" name="Segnaposto data 4"/>
          <p:cNvSpPr>
            <a:spLocks noGrp="1"/>
          </p:cNvSpPr>
          <p:nvPr>
            <p:ph type="dt" sz="half" idx="10"/>
          </p:nvPr>
        </p:nvSpPr>
        <p:spPr/>
        <p:txBody>
          <a:bodyPr rtlCol="0"/>
          <a:lstStyle/>
          <a:p>
            <a:pPr rtl="0"/>
            <a:fld id="{219F7B80-FF5B-4136-9E65-D5DCEF4C527B}" type="datetime1">
              <a:rPr lang="it-IT" noProof="0" smtClean="0"/>
              <a:t>22/09/2024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2907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446212" y="609599"/>
            <a:ext cx="9302752" cy="2748429"/>
          </a:xfrm>
        </p:spPr>
        <p:txBody>
          <a:bodyPr rtlCol="0" anchor="ctr">
            <a:normAutofit/>
          </a:bodyPr>
          <a:lstStyle>
            <a:lvl1pPr>
              <a:defRPr sz="3600"/>
            </a:lvl1pPr>
          </a:lstStyle>
          <a:p>
            <a:pPr rtl="0"/>
            <a:r>
              <a:rPr lang="it-IT" noProof="0"/>
              <a:t>Fare clic per modificare lo stile del titolo dello schema</a:t>
            </a:r>
          </a:p>
        </p:txBody>
      </p:sp>
      <p:sp>
        <p:nvSpPr>
          <p:cNvPr id="12" name="Segnaposto testo 3"/>
          <p:cNvSpPr>
            <a:spLocks noGrp="1"/>
          </p:cNvSpPr>
          <p:nvPr>
            <p:ph type="body" sz="half" idx="13"/>
          </p:nvPr>
        </p:nvSpPr>
        <p:spPr>
          <a:xfrm>
            <a:off x="1720644" y="3365557"/>
            <a:ext cx="8752299" cy="548968"/>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gli stili del testo dello schema</a:t>
            </a:r>
          </a:p>
        </p:txBody>
      </p:sp>
      <p:sp>
        <p:nvSpPr>
          <p:cNvPr id="4" name="Segnaposto testo 3"/>
          <p:cNvSpPr>
            <a:spLocks noGrp="1"/>
          </p:cNvSpPr>
          <p:nvPr>
            <p:ph type="body" sz="half" idx="2" hasCustomPrompt="1"/>
          </p:nvPr>
        </p:nvSpPr>
        <p:spPr>
          <a:xfrm>
            <a:off x="1141411" y="4309919"/>
            <a:ext cx="9906002" cy="1489496"/>
          </a:xfrm>
        </p:spPr>
        <p:txBody>
          <a:bodyPr rtlCol="0"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lo stile del titolo</a:t>
            </a:r>
          </a:p>
        </p:txBody>
      </p:sp>
      <p:sp>
        <p:nvSpPr>
          <p:cNvPr id="5" name="Segnaposto data 4"/>
          <p:cNvSpPr>
            <a:spLocks noGrp="1"/>
          </p:cNvSpPr>
          <p:nvPr>
            <p:ph type="dt" sz="half" idx="10"/>
          </p:nvPr>
        </p:nvSpPr>
        <p:spPr/>
        <p:txBody>
          <a:bodyPr rtlCol="0"/>
          <a:lstStyle/>
          <a:p>
            <a:pPr rtl="0"/>
            <a:fld id="{75D79612-3B46-4284-A767-A504E7449D1D}" type="datetime1">
              <a:rPr lang="it-IT" noProof="0" smtClean="0"/>
              <a:t>22/09/2024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
        <p:nvSpPr>
          <p:cNvPr id="60" name="Casella di testo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it-IT" sz="8000" noProof="0">
                <a:solidFill>
                  <a:schemeClr val="tx1"/>
                </a:solidFill>
                <a:effectLst/>
              </a:rPr>
              <a:t>"</a:t>
            </a:r>
          </a:p>
        </p:txBody>
      </p:sp>
      <p:sp>
        <p:nvSpPr>
          <p:cNvPr id="61" name="Casella di testo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it-IT" sz="8000" noProof="0">
                <a:solidFill>
                  <a:schemeClr val="tx1"/>
                </a:solidFill>
                <a:effectLst/>
              </a:rPr>
              <a:t>"</a:t>
            </a:r>
          </a:p>
        </p:txBody>
      </p:sp>
    </p:spTree>
    <p:extLst>
      <p:ext uri="{BB962C8B-B14F-4D97-AF65-F5344CB8AC3E}">
        <p14:creationId xmlns:p14="http://schemas.microsoft.com/office/powerpoint/2010/main" val="67723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olo 1"/>
          <p:cNvSpPr>
            <a:spLocks noGrp="1"/>
          </p:cNvSpPr>
          <p:nvPr>
            <p:ph type="title"/>
          </p:nvPr>
        </p:nvSpPr>
        <p:spPr>
          <a:xfrm>
            <a:off x="1141410" y="2134041"/>
            <a:ext cx="9906001" cy="2511835"/>
          </a:xfrm>
        </p:spPr>
        <p:txBody>
          <a:bodyPr rtlCol="0" anchor="b">
            <a:normAutofit/>
          </a:bodyPr>
          <a:lstStyle>
            <a:lvl1pPr>
              <a:defRPr sz="3600"/>
            </a:lvl1pPr>
          </a:lstStyle>
          <a:p>
            <a:pPr rtl="0"/>
            <a:r>
              <a:rPr lang="it-IT" noProof="0"/>
              <a:t>Fare clic per modificare lo stile del titolo dello schema</a:t>
            </a:r>
          </a:p>
        </p:txBody>
      </p:sp>
      <p:sp>
        <p:nvSpPr>
          <p:cNvPr id="4" name="Segnaposto testo 3"/>
          <p:cNvSpPr>
            <a:spLocks noGrp="1"/>
          </p:cNvSpPr>
          <p:nvPr>
            <p:ph type="body" sz="half" idx="2" hasCustomPrompt="1"/>
          </p:nvPr>
        </p:nvSpPr>
        <p:spPr>
          <a:xfrm>
            <a:off x="1141364" y="4657655"/>
            <a:ext cx="9904505" cy="1140644"/>
          </a:xfrm>
        </p:spPr>
        <p:txBody>
          <a:bodyPr rtlCol="0"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lo stile del titolo</a:t>
            </a:r>
          </a:p>
        </p:txBody>
      </p:sp>
      <p:sp>
        <p:nvSpPr>
          <p:cNvPr id="5" name="Segnaposto data 4"/>
          <p:cNvSpPr>
            <a:spLocks noGrp="1"/>
          </p:cNvSpPr>
          <p:nvPr>
            <p:ph type="dt" sz="half" idx="10"/>
          </p:nvPr>
        </p:nvSpPr>
        <p:spPr/>
        <p:txBody>
          <a:bodyPr rtlCol="0"/>
          <a:lstStyle/>
          <a:p>
            <a:pPr rtl="0"/>
            <a:fld id="{DB52887C-36F7-4A94-BF5F-9AD0CB67DF90}" type="datetime1">
              <a:rPr lang="it-IT" noProof="0" smtClean="0"/>
              <a:t>22/09/2024</a:t>
            </a:fld>
            <a:endParaRPr lang="it-IT" noProof="0"/>
          </a:p>
        </p:txBody>
      </p:sp>
      <p:sp>
        <p:nvSpPr>
          <p:cNvPr id="6" name="Segnaposto piè di pagina 5"/>
          <p:cNvSpPr>
            <a:spLocks noGrp="1"/>
          </p:cNvSpPr>
          <p:nvPr>
            <p:ph type="ftr" sz="quarter" idx="11"/>
          </p:nvPr>
        </p:nvSpPr>
        <p:spPr/>
        <p:txBody>
          <a:bodyPr rtlCol="0"/>
          <a:lstStyle/>
          <a:p>
            <a:pPr rtl="0"/>
            <a:endParaRPr lang="it-IT" noProof="0"/>
          </a:p>
        </p:txBody>
      </p:sp>
      <p:sp>
        <p:nvSpPr>
          <p:cNvPr id="7" name="Segnaposto numero diapositiva 6"/>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416396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olo 1"/>
          <p:cNvSpPr>
            <a:spLocks noGrp="1"/>
          </p:cNvSpPr>
          <p:nvPr>
            <p:ph type="title"/>
          </p:nvPr>
        </p:nvSpPr>
        <p:spPr>
          <a:xfrm>
            <a:off x="1141413" y="609600"/>
            <a:ext cx="9905998" cy="1905000"/>
          </a:xfrm>
        </p:spPr>
        <p:txBody>
          <a:bodyPr rtlCol="0"/>
          <a:lstStyle/>
          <a:p>
            <a:pPr rtl="0"/>
            <a:r>
              <a:rPr lang="it-IT" noProof="0"/>
              <a:t>Fare clic per modificare lo stile del titolo dello schema</a:t>
            </a:r>
          </a:p>
        </p:txBody>
      </p:sp>
      <p:sp>
        <p:nvSpPr>
          <p:cNvPr id="7" name="Segnaposto testo 2"/>
          <p:cNvSpPr>
            <a:spLocks noGrp="1"/>
          </p:cNvSpPr>
          <p:nvPr>
            <p:ph type="body" idx="1"/>
          </p:nvPr>
        </p:nvSpPr>
        <p:spPr>
          <a:xfrm>
            <a:off x="1141410" y="2674463"/>
            <a:ext cx="3196899"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8" name="Segnaposto testo 3"/>
          <p:cNvSpPr>
            <a:spLocks noGrp="1"/>
          </p:cNvSpPr>
          <p:nvPr>
            <p:ph type="body" sz="half" idx="15"/>
          </p:nvPr>
        </p:nvSpPr>
        <p:spPr>
          <a:xfrm>
            <a:off x="1127918" y="3360263"/>
            <a:ext cx="3208735"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gli stili del testo dello schema</a:t>
            </a:r>
          </a:p>
        </p:txBody>
      </p:sp>
      <p:sp>
        <p:nvSpPr>
          <p:cNvPr id="9" name="Segnaposto testo 4"/>
          <p:cNvSpPr>
            <a:spLocks noGrp="1"/>
          </p:cNvSpPr>
          <p:nvPr>
            <p:ph type="body" sz="quarter" idx="3" hasCustomPrompt="1"/>
          </p:nvPr>
        </p:nvSpPr>
        <p:spPr>
          <a:xfrm>
            <a:off x="4514766" y="2677635"/>
            <a:ext cx="3184385"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lo stile del titolo</a:t>
            </a:r>
          </a:p>
        </p:txBody>
      </p:sp>
      <p:sp>
        <p:nvSpPr>
          <p:cNvPr id="10" name="Segnaposto testo 3"/>
          <p:cNvSpPr>
            <a:spLocks noGrp="1"/>
          </p:cNvSpPr>
          <p:nvPr>
            <p:ph type="body" sz="half" idx="16" hasCustomPrompt="1"/>
          </p:nvPr>
        </p:nvSpPr>
        <p:spPr>
          <a:xfrm>
            <a:off x="4504213" y="3363435"/>
            <a:ext cx="3195830"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lo stile del titolo</a:t>
            </a:r>
          </a:p>
        </p:txBody>
      </p:sp>
      <p:sp>
        <p:nvSpPr>
          <p:cNvPr id="11" name="Segnaposto testo 4"/>
          <p:cNvSpPr>
            <a:spLocks noGrp="1"/>
          </p:cNvSpPr>
          <p:nvPr>
            <p:ph type="body" sz="quarter" idx="13" hasCustomPrompt="1"/>
          </p:nvPr>
        </p:nvSpPr>
        <p:spPr>
          <a:xfrm>
            <a:off x="7852442" y="2674463"/>
            <a:ext cx="3194968"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lo stile del titolo</a:t>
            </a:r>
          </a:p>
        </p:txBody>
      </p:sp>
      <p:sp>
        <p:nvSpPr>
          <p:cNvPr id="12" name="Segnaposto testo 3"/>
          <p:cNvSpPr>
            <a:spLocks noGrp="1"/>
          </p:cNvSpPr>
          <p:nvPr>
            <p:ph type="body" sz="half" idx="17"/>
          </p:nvPr>
        </p:nvSpPr>
        <p:spPr>
          <a:xfrm>
            <a:off x="7852442" y="3360263"/>
            <a:ext cx="3194968"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gli stili del testo dello schema</a:t>
            </a:r>
          </a:p>
        </p:txBody>
      </p:sp>
      <p:sp>
        <p:nvSpPr>
          <p:cNvPr id="3" name="Segnaposto data 2"/>
          <p:cNvSpPr>
            <a:spLocks noGrp="1"/>
          </p:cNvSpPr>
          <p:nvPr>
            <p:ph type="dt" sz="half" idx="10"/>
          </p:nvPr>
        </p:nvSpPr>
        <p:spPr/>
        <p:txBody>
          <a:bodyPr rtlCol="0"/>
          <a:lstStyle/>
          <a:p>
            <a:pPr rtl="0"/>
            <a:fld id="{A00D910D-92A4-4D4E-87E8-CF5990CC8BFA}" type="datetime1">
              <a:rPr lang="it-IT" noProof="0" smtClean="0"/>
              <a:t>22/09/2024</a:t>
            </a:fld>
            <a:endParaRPr lang="it-IT" noProof="0"/>
          </a:p>
        </p:txBody>
      </p:sp>
      <p:sp>
        <p:nvSpPr>
          <p:cNvPr id="4" name="Segnaposto piè di pagina 3"/>
          <p:cNvSpPr>
            <a:spLocks noGrp="1"/>
          </p:cNvSpPr>
          <p:nvPr>
            <p:ph type="ftr" sz="quarter" idx="11"/>
          </p:nvPr>
        </p:nvSpPr>
        <p:spPr/>
        <p:txBody>
          <a:bodyPr rtlCol="0"/>
          <a:lstStyle/>
          <a:p>
            <a:pPr rtl="0"/>
            <a:endParaRPr lang="it-IT" noProof="0"/>
          </a:p>
        </p:txBody>
      </p:sp>
      <p:sp>
        <p:nvSpPr>
          <p:cNvPr id="5" name="Segnaposto numero diapositiva 4"/>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353543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lonna 3 immagini">
    <p:spTree>
      <p:nvGrpSpPr>
        <p:cNvPr id="1" name=""/>
        <p:cNvGrpSpPr/>
        <p:nvPr/>
      </p:nvGrpSpPr>
      <p:grpSpPr>
        <a:xfrm>
          <a:off x="0" y="0"/>
          <a:ext cx="0" cy="0"/>
          <a:chOff x="0" y="0"/>
          <a:chExt cx="0" cy="0"/>
        </a:xfrm>
      </p:grpSpPr>
      <p:sp>
        <p:nvSpPr>
          <p:cNvPr id="30" name="Titolo 1"/>
          <p:cNvSpPr>
            <a:spLocks noGrp="1"/>
          </p:cNvSpPr>
          <p:nvPr>
            <p:ph type="title"/>
          </p:nvPr>
        </p:nvSpPr>
        <p:spPr>
          <a:xfrm>
            <a:off x="1141411" y="609600"/>
            <a:ext cx="9905999" cy="1905000"/>
          </a:xfrm>
        </p:spPr>
        <p:txBody>
          <a:bodyPr rtlCol="0"/>
          <a:lstStyle/>
          <a:p>
            <a:pPr rtl="0"/>
            <a:r>
              <a:rPr lang="it-IT" noProof="0"/>
              <a:t>Fare clic per modificare lo stile del titolo dello schema</a:t>
            </a:r>
          </a:p>
        </p:txBody>
      </p:sp>
      <p:sp>
        <p:nvSpPr>
          <p:cNvPr id="19" name="Segnaposto testo 2"/>
          <p:cNvSpPr>
            <a:spLocks noGrp="1"/>
          </p:cNvSpPr>
          <p:nvPr>
            <p:ph type="body" idx="1"/>
          </p:nvPr>
        </p:nvSpPr>
        <p:spPr>
          <a:xfrm>
            <a:off x="1141413" y="4404596"/>
            <a:ext cx="3195240"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20" name="Segnaposto immagine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it-IT" noProof="0"/>
              <a:t>Fare clic sull'icona per inserire un'immagine</a:t>
            </a:r>
          </a:p>
        </p:txBody>
      </p:sp>
      <p:sp>
        <p:nvSpPr>
          <p:cNvPr id="21" name="Segnaposto testo 3"/>
          <p:cNvSpPr>
            <a:spLocks noGrp="1"/>
          </p:cNvSpPr>
          <p:nvPr>
            <p:ph type="body" sz="half" idx="18" hasCustomPrompt="1"/>
          </p:nvPr>
        </p:nvSpPr>
        <p:spPr>
          <a:xfrm>
            <a:off x="1141413" y="4980858"/>
            <a:ext cx="3195240" cy="81784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lo stile del titolo</a:t>
            </a:r>
          </a:p>
        </p:txBody>
      </p:sp>
      <p:sp>
        <p:nvSpPr>
          <p:cNvPr id="22" name="Segnaposto testo 4"/>
          <p:cNvSpPr>
            <a:spLocks noGrp="1"/>
          </p:cNvSpPr>
          <p:nvPr>
            <p:ph type="body" sz="quarter" idx="3" hasCustomPrompt="1"/>
          </p:nvPr>
        </p:nvSpPr>
        <p:spPr>
          <a:xfrm>
            <a:off x="4489053" y="4404596"/>
            <a:ext cx="3200400"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lo stile del titolo</a:t>
            </a:r>
          </a:p>
        </p:txBody>
      </p:sp>
      <p:sp>
        <p:nvSpPr>
          <p:cNvPr id="23" name="Segnaposto immagine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it-IT" noProof="0"/>
              <a:t>Fare clic sull'icona per inserire un'immagine</a:t>
            </a:r>
          </a:p>
        </p:txBody>
      </p:sp>
      <p:sp>
        <p:nvSpPr>
          <p:cNvPr id="24" name="Segnaposto testo 3"/>
          <p:cNvSpPr>
            <a:spLocks noGrp="1"/>
          </p:cNvSpPr>
          <p:nvPr>
            <p:ph type="body" sz="half" idx="19"/>
          </p:nvPr>
        </p:nvSpPr>
        <p:spPr>
          <a:xfrm>
            <a:off x="4487593" y="4980857"/>
            <a:ext cx="3200400" cy="81034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gli stili del testo dello schema</a:t>
            </a:r>
          </a:p>
        </p:txBody>
      </p:sp>
      <p:sp>
        <p:nvSpPr>
          <p:cNvPr id="25" name="Segnaposto testo 4"/>
          <p:cNvSpPr>
            <a:spLocks noGrp="1"/>
          </p:cNvSpPr>
          <p:nvPr>
            <p:ph type="body" sz="quarter" idx="13" hasCustomPrompt="1"/>
          </p:nvPr>
        </p:nvSpPr>
        <p:spPr>
          <a:xfrm>
            <a:off x="7852567" y="4404595"/>
            <a:ext cx="3190741"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lo stile del titolo</a:t>
            </a:r>
          </a:p>
        </p:txBody>
      </p:sp>
      <p:sp>
        <p:nvSpPr>
          <p:cNvPr id="26" name="Segnaposto immagine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it-IT" noProof="0"/>
              <a:t>Fare clic sull'icona per inserire un'immagine</a:t>
            </a:r>
          </a:p>
        </p:txBody>
      </p:sp>
      <p:sp>
        <p:nvSpPr>
          <p:cNvPr id="27" name="Segnaposto testo 3"/>
          <p:cNvSpPr>
            <a:spLocks noGrp="1"/>
          </p:cNvSpPr>
          <p:nvPr>
            <p:ph type="body" sz="half" idx="20"/>
          </p:nvPr>
        </p:nvSpPr>
        <p:spPr>
          <a:xfrm>
            <a:off x="7852442" y="4980854"/>
            <a:ext cx="3194968" cy="810345"/>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it-IT" noProof="0"/>
              <a:t>Fare clic per modificare gli stili del testo dello schema</a:t>
            </a:r>
          </a:p>
        </p:txBody>
      </p:sp>
      <p:sp>
        <p:nvSpPr>
          <p:cNvPr id="3" name="Segnaposto data 2"/>
          <p:cNvSpPr>
            <a:spLocks noGrp="1"/>
          </p:cNvSpPr>
          <p:nvPr>
            <p:ph type="dt" sz="half" idx="10"/>
          </p:nvPr>
        </p:nvSpPr>
        <p:spPr/>
        <p:txBody>
          <a:bodyPr rtlCol="0"/>
          <a:lstStyle/>
          <a:p>
            <a:pPr rtl="0"/>
            <a:fld id="{8D1E5C89-B3A8-4E4A-8697-CFD0B4984920}" type="datetime1">
              <a:rPr lang="it-IT" noProof="0" smtClean="0"/>
              <a:t>22/09/2024</a:t>
            </a:fld>
            <a:endParaRPr lang="it-IT" noProof="0"/>
          </a:p>
        </p:txBody>
      </p:sp>
      <p:sp>
        <p:nvSpPr>
          <p:cNvPr id="4" name="Segnaposto piè di pagina 3"/>
          <p:cNvSpPr>
            <a:spLocks noGrp="1"/>
          </p:cNvSpPr>
          <p:nvPr>
            <p:ph type="ftr" sz="quarter" idx="11"/>
          </p:nvPr>
        </p:nvSpPr>
        <p:spPr/>
        <p:txBody>
          <a:bodyPr rtlCol="0"/>
          <a:lstStyle/>
          <a:p>
            <a:pPr rtl="0"/>
            <a:endParaRPr lang="it-IT" noProof="0"/>
          </a:p>
        </p:txBody>
      </p:sp>
      <p:sp>
        <p:nvSpPr>
          <p:cNvPr id="5" name="Segnaposto numero diapositiva 4"/>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303293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noProof="0"/>
              <a:t>Fare clic per modificare lo stile del titolo dello schema</a:t>
            </a:r>
          </a:p>
        </p:txBody>
      </p:sp>
      <p:sp>
        <p:nvSpPr>
          <p:cNvPr id="3" name="Segnaposto testo verticale 2"/>
          <p:cNvSpPr>
            <a:spLocks noGrp="1"/>
          </p:cNvSpPr>
          <p:nvPr>
            <p:ph type="body" orient="vert" idx="1"/>
          </p:nvPr>
        </p:nvSpPr>
        <p:spPr/>
        <p:txBody>
          <a:bodyPr vert="eaVert" rtlCol="0" anchor="t"/>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data 3"/>
          <p:cNvSpPr>
            <a:spLocks noGrp="1"/>
          </p:cNvSpPr>
          <p:nvPr>
            <p:ph type="dt" sz="half" idx="10"/>
          </p:nvPr>
        </p:nvSpPr>
        <p:spPr/>
        <p:txBody>
          <a:bodyPr rtlCol="0"/>
          <a:lstStyle/>
          <a:p>
            <a:pPr rtl="0"/>
            <a:fld id="{F1D181C1-3482-4CDD-BE88-72197856663F}" type="datetime1">
              <a:rPr lang="it-IT" noProof="0" smtClean="0"/>
              <a:t>22/09/2024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113540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9042400" y="609599"/>
            <a:ext cx="2005011" cy="5181601"/>
          </a:xfrm>
        </p:spPr>
        <p:txBody>
          <a:bodyPr vert="eaVert" rtlCol="0"/>
          <a:lstStyle/>
          <a:p>
            <a:pPr rtl="0"/>
            <a:r>
              <a:rPr lang="it-IT" noProof="0"/>
              <a:t>Fare clic per modificare lo stile del titolo dello schema</a:t>
            </a:r>
          </a:p>
        </p:txBody>
      </p:sp>
      <p:sp>
        <p:nvSpPr>
          <p:cNvPr id="3" name="Segnaposto testo verticale 2"/>
          <p:cNvSpPr>
            <a:spLocks noGrp="1"/>
          </p:cNvSpPr>
          <p:nvPr>
            <p:ph type="body" orient="vert" idx="1"/>
          </p:nvPr>
        </p:nvSpPr>
        <p:spPr>
          <a:xfrm>
            <a:off x="1141410" y="609599"/>
            <a:ext cx="7748590" cy="5181601"/>
          </a:xfrm>
        </p:spPr>
        <p:txBody>
          <a:bodyPr vert="eaVert"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data 3"/>
          <p:cNvSpPr>
            <a:spLocks noGrp="1"/>
          </p:cNvSpPr>
          <p:nvPr>
            <p:ph type="dt" sz="half" idx="10"/>
          </p:nvPr>
        </p:nvSpPr>
        <p:spPr/>
        <p:txBody>
          <a:bodyPr rtlCol="0"/>
          <a:lstStyle/>
          <a:p>
            <a:pPr rtl="0"/>
            <a:fld id="{CC26C84B-C93D-4C1F-82C3-9D1EAA99230D}" type="datetime1">
              <a:rPr lang="it-IT" noProof="0" smtClean="0"/>
              <a:t>22/09/2024</a:t>
            </a:fld>
            <a:endParaRPr lang="it-IT" noProof="0"/>
          </a:p>
        </p:txBody>
      </p:sp>
      <p:sp>
        <p:nvSpPr>
          <p:cNvPr id="5" name="Segnaposto piè di pagina 4"/>
          <p:cNvSpPr>
            <a:spLocks noGrp="1"/>
          </p:cNvSpPr>
          <p:nvPr>
            <p:ph type="ftr" sz="quarter" idx="11"/>
          </p:nvPr>
        </p:nvSpPr>
        <p:spPr/>
        <p:txBody>
          <a:bodyPr rtlCol="0"/>
          <a:lstStyle/>
          <a:p>
            <a:pPr rtl="0"/>
            <a:endParaRPr lang="it-IT" noProof="0"/>
          </a:p>
        </p:txBody>
      </p:sp>
      <p:sp>
        <p:nvSpPr>
          <p:cNvPr id="6" name="Segnaposto numero diapositiva 5"/>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3484047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99B9D895-E25A-5F9F-1704-4F61D20521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F2C707A-D4EE-FF20-36F7-D2359A9B0A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1FC511E-0616-2D2A-DD89-E0AF205C22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CF347B6D-5694-4FFD-B935-9D95339993FA}" type="datetime1">
              <a:rPr lang="it-IT" noProof="0" smtClean="0"/>
              <a:t>22/09/2024</a:t>
            </a:fld>
            <a:endParaRPr lang="it-IT" noProof="0"/>
          </a:p>
        </p:txBody>
      </p:sp>
      <p:sp>
        <p:nvSpPr>
          <p:cNvPr id="5" name="Segnaposto piè di pagina 4">
            <a:extLst>
              <a:ext uri="{FF2B5EF4-FFF2-40B4-BE49-F238E27FC236}">
                <a16:creationId xmlns:a16="http://schemas.microsoft.com/office/drawing/2014/main" id="{8A50A49F-2777-7AF0-F79D-56001C2EB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it-IT" noProof="0"/>
          </a:p>
        </p:txBody>
      </p:sp>
      <p:sp>
        <p:nvSpPr>
          <p:cNvPr id="6" name="Segnaposto numero diapositiva 5">
            <a:extLst>
              <a:ext uri="{FF2B5EF4-FFF2-40B4-BE49-F238E27FC236}">
                <a16:creationId xmlns:a16="http://schemas.microsoft.com/office/drawing/2014/main" id="{BDCBEF69-CAB0-1532-71A6-88A9A97C01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6D22F896-40B5-4ADD-8801-0D06FADFA095}" type="slidenum">
              <a:rPr lang="it-IT" noProof="0" smtClean="0"/>
              <a:pPr rtl="0"/>
              <a:t>‹N›</a:t>
            </a:fld>
            <a:endParaRPr lang="it-IT" noProof="0"/>
          </a:p>
        </p:txBody>
      </p:sp>
    </p:spTree>
    <p:extLst>
      <p:ext uri="{BB962C8B-B14F-4D97-AF65-F5344CB8AC3E}">
        <p14:creationId xmlns:p14="http://schemas.microsoft.com/office/powerpoint/2010/main" val="2714141844"/>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magin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uppo 7"/>
          <p:cNvGrpSpPr/>
          <p:nvPr/>
        </p:nvGrpSpPr>
        <p:grpSpPr>
          <a:xfrm>
            <a:off x="-14288" y="0"/>
            <a:ext cx="12053888" cy="6858001"/>
            <a:chOff x="-14288" y="0"/>
            <a:chExt cx="12053888" cy="6858001"/>
          </a:xfrm>
        </p:grpSpPr>
        <p:grpSp>
          <p:nvGrpSpPr>
            <p:cNvPr id="9" name="Gruppo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ttangolo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igura a mano libera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igura a mano libera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igura a mano libera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igura a mano libera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igura a mano libera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igura a mano libera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igura a mano libera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igura a mano libera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igura a mano libera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igura a mano libera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a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igura a mano libera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igura a mano libera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igura a mano libera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igura a mano libera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ttangolo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igura a mano libera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igura a mano libera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igura a mano libera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igura a mano libera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igura a mano libera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igura a mano libera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igura a mano libera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igura a mano libera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igura a mano libera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igura a mano libera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uppo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igura a mano libera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igura a mano libera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igura a mano libera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igura a mano libera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igura a mano libera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igura a mano libera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igura a mano libera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igura a mano libera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igura a mano libera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ttangolo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Segnaposto titolo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pPr rtl="0"/>
            <a:endParaRPr lang="it-IT" noProof="0"/>
          </a:p>
        </p:txBody>
      </p:sp>
      <p:sp>
        <p:nvSpPr>
          <p:cNvPr id="3" name="Segnaposto testo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4" name="Segnaposto data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CF347B6D-5694-4FFD-B935-9D95339993FA}" type="datetime1">
              <a:rPr lang="it-IT" noProof="0" smtClean="0"/>
              <a:t>22/09/2024</a:t>
            </a:fld>
            <a:endParaRPr lang="it-IT" noProof="0"/>
          </a:p>
        </p:txBody>
      </p:sp>
      <p:sp>
        <p:nvSpPr>
          <p:cNvPr id="5" name="Segnaposto piè di pagina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pPr rtl="0"/>
            <a:endParaRPr lang="it-IT" noProof="0"/>
          </a:p>
        </p:txBody>
      </p:sp>
      <p:sp>
        <p:nvSpPr>
          <p:cNvPr id="6" name="Segnaposto numero diapositiva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6D22F896-40B5-4ADD-8801-0D06FADFA095}" type="slidenum">
              <a:rPr lang="it-IT" noProof="0" smtClean="0"/>
              <a:pPr rtl="0"/>
              <a:t>‹N›</a:t>
            </a:fld>
            <a:endParaRPr lang="it-IT" noProof="0"/>
          </a:p>
        </p:txBody>
      </p:sp>
    </p:spTree>
    <p:extLst>
      <p:ext uri="{BB962C8B-B14F-4D97-AF65-F5344CB8AC3E}">
        <p14:creationId xmlns:p14="http://schemas.microsoft.com/office/powerpoint/2010/main" val="1223531973"/>
      </p:ext>
    </p:extLst>
  </p:cSld>
  <p:clrMap bg1="dk1" tx1="lt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jpe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8.png"/><Relationship Id="rId7"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15.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uppo 76">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78" name="Rettangolo 77">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79" name="Immagin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xmlns:a16="http://schemas.microsoft.com/office/drawing/2014/main" xmlns:p14="http://schemas.microsoft.com/office/powerpoint/2010/main">
                  <a:solidFill>
                    <a:srgbClr val="FFFFFF"/>
                  </a:solidFill>
                </a14:hiddenFill>
              </a:ext>
            </a:extLst>
          </p:spPr>
        </p:pic>
      </p:grpSp>
      <p:pic>
        <p:nvPicPr>
          <p:cNvPr id="5" name="Immagine 4" descr="primo piano del circuito stampato">
            <a:extLst>
              <a:ext uri="{FF2B5EF4-FFF2-40B4-BE49-F238E27FC236}">
                <a16:creationId xmlns:a16="http://schemas.microsoft.com/office/drawing/2014/main" id="{525AE681-57C0-4C44-9E88-A16CDA016EB3}"/>
              </a:ext>
            </a:extLst>
          </p:cNvPr>
          <p:cNvPicPr>
            <a:picLocks noChangeAspect="1"/>
          </p:cNvPicPr>
          <p:nvPr/>
        </p:nvPicPr>
        <p:blipFill rotWithShape="1">
          <a:blip r:embed="rId4">
            <a:alphaModFix amt="80000"/>
            <a:extLst>
              <a:ext uri="{BEBA8EAE-BF5A-486C-A8C5-ECC9F3942E4B}">
                <a14:imgProps xmlns:a14="http://schemas.microsoft.com/office/drawing/2010/main">
                  <a14:imgLayer r:embed="rId5">
                    <a14:imgEffect>
                      <a14:saturation sat="50000"/>
                    </a14:imgEffect>
                  </a14:imgLayer>
                </a14:imgProps>
              </a:ext>
            </a:extLst>
          </a:blip>
          <a:srcRect t="6504" b="9202"/>
          <a:stretch/>
        </p:blipFill>
        <p:spPr>
          <a:xfrm>
            <a:off x="-2" y="10"/>
            <a:ext cx="12188389" cy="6857990"/>
          </a:xfrm>
          <a:prstGeom prst="rect">
            <a:avLst/>
          </a:prstGeom>
        </p:spPr>
      </p:pic>
      <p:grpSp>
        <p:nvGrpSpPr>
          <p:cNvPr id="81" name="Gruppo 80">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82" name="Rettangolo con angoli arrotondati in diagona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grpSp>
          <p:nvGrpSpPr>
            <p:cNvPr id="83" name="Gruppo 82">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84" name="Figura a mano libera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85" name="Figura a mano libera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86" name="Figura a mano libera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87" name="Figura a mano libera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88" name="Figura a mano libera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89" name="Figura a mano libera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0" name="Figura a mano libera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1" name="Figura a mano libera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2" name="Figura a mano libera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3" name="Rettangolo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4" name="Figura a mano libera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5" name="Figura a mano libera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6" name="Figura a mano libera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7" name="Figura a mano libera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8" name="Figura a mano libera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99" name="Figura a mano libera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100" name="Figura a mano libera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101" name="Figura a mano libera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102" name="Figura a mano libera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sp>
            <p:nvSpPr>
              <p:cNvPr id="103" name="Rettangolo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it-IT"/>
              </a:p>
            </p:txBody>
          </p:sp>
        </p:grpSp>
      </p:grpSp>
      <p:sp>
        <p:nvSpPr>
          <p:cNvPr id="39" name="CasellaDiTesto 38">
            <a:extLst>
              <a:ext uri="{FF2B5EF4-FFF2-40B4-BE49-F238E27FC236}">
                <a16:creationId xmlns:a16="http://schemas.microsoft.com/office/drawing/2014/main" id="{EB15CBCB-56CE-8F9D-DA0E-54A8ED405818}"/>
              </a:ext>
            </a:extLst>
          </p:cNvPr>
          <p:cNvSpPr txBox="1"/>
          <p:nvPr/>
        </p:nvSpPr>
        <p:spPr>
          <a:xfrm>
            <a:off x="2900517" y="2338055"/>
            <a:ext cx="6348696" cy="1015663"/>
          </a:xfrm>
          <a:prstGeom prst="rect">
            <a:avLst/>
          </a:prstGeom>
          <a:noFill/>
        </p:spPr>
        <p:txBody>
          <a:bodyPr wrap="square" rtlCol="0">
            <a:spAutoFit/>
          </a:bodyPr>
          <a:lstStyle/>
          <a:p>
            <a:pPr algn="ctr"/>
            <a:r>
              <a:rPr lang="it-IT" sz="6000"/>
              <a:t>SLEEP </a:t>
            </a:r>
            <a:r>
              <a:rPr lang="it-IT" sz="6000">
                <a:solidFill>
                  <a:srgbClr val="FFC000"/>
                </a:solidFill>
              </a:rPr>
              <a:t>DETECTION</a:t>
            </a:r>
            <a:endParaRPr lang="it-IT">
              <a:solidFill>
                <a:srgbClr val="FFC000"/>
              </a:solidFill>
            </a:endParaRPr>
          </a:p>
        </p:txBody>
      </p:sp>
      <p:sp>
        <p:nvSpPr>
          <p:cNvPr id="40" name="CasellaDiTesto 39">
            <a:extLst>
              <a:ext uri="{FF2B5EF4-FFF2-40B4-BE49-F238E27FC236}">
                <a16:creationId xmlns:a16="http://schemas.microsoft.com/office/drawing/2014/main" id="{E69D2B8F-AF1F-9780-2333-74F9808B4D1B}"/>
              </a:ext>
            </a:extLst>
          </p:cNvPr>
          <p:cNvSpPr txBox="1"/>
          <p:nvPr/>
        </p:nvSpPr>
        <p:spPr>
          <a:xfrm>
            <a:off x="3736447" y="3318415"/>
            <a:ext cx="4828553" cy="369332"/>
          </a:xfrm>
          <a:prstGeom prst="rect">
            <a:avLst/>
          </a:prstGeom>
          <a:noFill/>
        </p:spPr>
        <p:txBody>
          <a:bodyPr wrap="square" rtlCol="0">
            <a:spAutoFit/>
          </a:bodyPr>
          <a:lstStyle/>
          <a:p>
            <a:r>
              <a:rPr lang="it-IT"/>
              <a:t>Progetto di </a:t>
            </a:r>
            <a:r>
              <a:rPr lang="it-IT" i="1"/>
              <a:t>Architettura e Progetto di Calcolatori </a:t>
            </a:r>
          </a:p>
        </p:txBody>
      </p:sp>
      <p:sp>
        <p:nvSpPr>
          <p:cNvPr id="41" name="CasellaDiTesto 40">
            <a:extLst>
              <a:ext uri="{FF2B5EF4-FFF2-40B4-BE49-F238E27FC236}">
                <a16:creationId xmlns:a16="http://schemas.microsoft.com/office/drawing/2014/main" id="{4A80D1A1-4CD7-D67E-2E0A-5580AD2DE27D}"/>
              </a:ext>
            </a:extLst>
          </p:cNvPr>
          <p:cNvSpPr txBox="1"/>
          <p:nvPr/>
        </p:nvSpPr>
        <p:spPr>
          <a:xfrm>
            <a:off x="3963350" y="3737787"/>
            <a:ext cx="4601650" cy="304800"/>
          </a:xfrm>
          <a:prstGeom prst="rect">
            <a:avLst/>
          </a:prstGeom>
          <a:noFill/>
        </p:spPr>
        <p:txBody>
          <a:bodyPr wrap="square" rtlCol="0">
            <a:spAutoFit/>
          </a:bodyPr>
          <a:lstStyle/>
          <a:p>
            <a:r>
              <a:rPr lang="it-IT" sz="1400"/>
              <a:t>Sciorio Marco M63001699 – Vitale Luciano N46004566</a:t>
            </a:r>
          </a:p>
        </p:txBody>
      </p:sp>
    </p:spTree>
    <p:extLst>
      <p:ext uri="{BB962C8B-B14F-4D97-AF65-F5344CB8AC3E}">
        <p14:creationId xmlns:p14="http://schemas.microsoft.com/office/powerpoint/2010/main" val="1290590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A6BCF94-F108-4D92-8C4F-CD9273947A31}"/>
              </a:ext>
            </a:extLst>
          </p:cNvPr>
          <p:cNvSpPr>
            <a:spLocks noGrp="1"/>
          </p:cNvSpPr>
          <p:nvPr>
            <p:ph type="title"/>
          </p:nvPr>
        </p:nvSpPr>
        <p:spPr>
          <a:xfrm>
            <a:off x="343678" y="401794"/>
            <a:ext cx="6676553" cy="1325563"/>
          </a:xfrm>
        </p:spPr>
        <p:txBody>
          <a:bodyPr vert="horz" lIns="91440" tIns="45720" rIns="91440" bIns="45720" rtlCol="0" anchor="ctr">
            <a:normAutofit/>
          </a:bodyPr>
          <a:lstStyle/>
          <a:p>
            <a:r>
              <a:rPr lang="en-US" sz="4000" b="1" kern="1200" dirty="0">
                <a:solidFill>
                  <a:schemeClr val="tx1"/>
                </a:solidFill>
                <a:latin typeface="+mj-lt"/>
                <a:ea typeface="+mj-ea"/>
                <a:cs typeface="+mj-cs"/>
              </a:rPr>
              <a:t>PERCHÈ S</a:t>
            </a:r>
            <a:r>
              <a:rPr lang="en-US" sz="4000" b="1" dirty="0"/>
              <a:t>LEEP</a:t>
            </a:r>
            <a:r>
              <a:rPr lang="en-US" sz="4000" b="1" kern="1200" dirty="0">
                <a:solidFill>
                  <a:schemeClr val="tx1"/>
                </a:solidFill>
                <a:latin typeface="+mj-lt"/>
                <a:ea typeface="+mj-ea"/>
                <a:cs typeface="+mj-cs"/>
              </a:rPr>
              <a:t> </a:t>
            </a:r>
            <a:r>
              <a:rPr lang="en-US" sz="4000" b="1" dirty="0">
                <a:solidFill>
                  <a:schemeClr val="accent4"/>
                </a:solidFill>
              </a:rPr>
              <a:t>DETECTION</a:t>
            </a:r>
            <a:r>
              <a:rPr lang="en-US" sz="4000" b="1" kern="1200" dirty="0">
                <a:solidFill>
                  <a:schemeClr val="tx1"/>
                </a:solidFill>
                <a:latin typeface="+mj-lt"/>
                <a:ea typeface="+mj-ea"/>
                <a:cs typeface="+mj-cs"/>
              </a:rPr>
              <a:t>?</a:t>
            </a:r>
          </a:p>
        </p:txBody>
      </p:sp>
      <p:sp>
        <p:nvSpPr>
          <p:cNvPr id="13" name="CasellaDiTesto 12">
            <a:extLst>
              <a:ext uri="{FF2B5EF4-FFF2-40B4-BE49-F238E27FC236}">
                <a16:creationId xmlns:a16="http://schemas.microsoft.com/office/drawing/2014/main" id="{9E919846-BC4B-4ACE-EC4D-2A3F0F9035E3}"/>
              </a:ext>
            </a:extLst>
          </p:cNvPr>
          <p:cNvSpPr txBox="1"/>
          <p:nvPr/>
        </p:nvSpPr>
        <p:spPr>
          <a:xfrm>
            <a:off x="622244" y="2356566"/>
            <a:ext cx="5074050" cy="4283975"/>
          </a:xfrm>
          <a:prstGeom prst="rect">
            <a:avLst/>
          </a:prstGeom>
        </p:spPr>
        <p:style>
          <a:lnRef idx="0">
            <a:scrgbClr r="0" g="0" b="0"/>
          </a:lnRef>
          <a:fillRef idx="0">
            <a:scrgbClr r="0" g="0" b="0"/>
          </a:fillRef>
          <a:effectRef idx="0">
            <a:scrgbClr r="0" g="0" b="0"/>
          </a:effectRef>
          <a:fontRef idx="minor">
            <a:schemeClr val="lt1"/>
          </a:fontRef>
        </p:style>
        <p:txBody>
          <a:bodyPr vert="horz" lIns="91440" tIns="45720" rIns="91440" bIns="45720" rtlCol="0" anchor="t">
            <a:normAutofit/>
          </a:bodyPr>
          <a:lstStyle/>
          <a:p>
            <a:pPr marL="285750" indent="-285750">
              <a:lnSpc>
                <a:spcPct val="90000"/>
              </a:lnSpc>
              <a:spcAft>
                <a:spcPts val="600"/>
              </a:spcAft>
              <a:buFont typeface="Arial" panose="020B0604020202020204" pitchFamily="34" charset="0"/>
              <a:buChar char="•"/>
            </a:pPr>
            <a:r>
              <a:rPr lang="it-IT" sz="1900" dirty="0">
                <a:solidFill>
                  <a:schemeClr val="bg2">
                    <a:lumMod val="25000"/>
                  </a:schemeClr>
                </a:solidFill>
              </a:rPr>
              <a:t>La </a:t>
            </a:r>
            <a:r>
              <a:rPr lang="it-IT" sz="1900" b="1" dirty="0">
                <a:solidFill>
                  <a:srgbClr val="FFC000"/>
                </a:solidFill>
              </a:rPr>
              <a:t>sicurezza</a:t>
            </a:r>
            <a:r>
              <a:rPr lang="it-IT" sz="1900" dirty="0">
                <a:solidFill>
                  <a:schemeClr val="bg2">
                    <a:lumMod val="25000"/>
                  </a:schemeClr>
                </a:solidFill>
              </a:rPr>
              <a:t> alla guida è una priorità da non sottovalutare. La </a:t>
            </a:r>
            <a:r>
              <a:rPr lang="it-IT" sz="1900" b="1" dirty="0">
                <a:solidFill>
                  <a:srgbClr val="FFC000"/>
                </a:solidFill>
              </a:rPr>
              <a:t>prevenzione</a:t>
            </a:r>
            <a:r>
              <a:rPr lang="it-IT" sz="1900" dirty="0">
                <a:solidFill>
                  <a:schemeClr val="bg2">
                    <a:lumMod val="25000"/>
                  </a:schemeClr>
                </a:solidFill>
              </a:rPr>
              <a:t> degli incidenti causati dalla sonnolenza è cruciale in </a:t>
            </a:r>
            <a:r>
              <a:rPr lang="it-IT" sz="2000" dirty="0">
                <a:solidFill>
                  <a:schemeClr val="bg2">
                    <a:lumMod val="25000"/>
                  </a:schemeClr>
                </a:solidFill>
              </a:rPr>
              <a:t>applicazioni che spaziano dalla sicurezza stradale all'industria.</a:t>
            </a:r>
          </a:p>
          <a:p>
            <a:pPr>
              <a:lnSpc>
                <a:spcPct val="90000"/>
              </a:lnSpc>
              <a:spcAft>
                <a:spcPts val="600"/>
              </a:spcAft>
            </a:pPr>
            <a:endParaRPr lang="it-IT" sz="2000" dirty="0">
              <a:solidFill>
                <a:schemeClr val="bg2">
                  <a:lumMod val="25000"/>
                </a:schemeClr>
              </a:solidFill>
            </a:endParaRPr>
          </a:p>
          <a:p>
            <a:pPr marL="285750" indent="-285750">
              <a:lnSpc>
                <a:spcPct val="90000"/>
              </a:lnSpc>
              <a:spcAft>
                <a:spcPts val="600"/>
              </a:spcAft>
              <a:buFont typeface="Arial" panose="020B0604020202020204" pitchFamily="34" charset="0"/>
              <a:buChar char="•"/>
            </a:pPr>
            <a:r>
              <a:rPr lang="it-IT" sz="1900" dirty="0" err="1">
                <a:solidFill>
                  <a:schemeClr val="bg2">
                    <a:lumMod val="25000"/>
                  </a:schemeClr>
                </a:solidFill>
              </a:rPr>
              <a:t>Sleep</a:t>
            </a:r>
            <a:r>
              <a:rPr lang="it-IT" sz="1900" dirty="0">
                <a:solidFill>
                  <a:schemeClr val="bg2">
                    <a:lumMod val="25000"/>
                  </a:schemeClr>
                </a:solidFill>
              </a:rPr>
              <a:t> </a:t>
            </a:r>
            <a:r>
              <a:rPr lang="it-IT" sz="1900" dirty="0" err="1">
                <a:solidFill>
                  <a:schemeClr val="bg2">
                    <a:lumMod val="25000"/>
                  </a:schemeClr>
                </a:solidFill>
              </a:rPr>
              <a:t>Detection</a:t>
            </a:r>
            <a:r>
              <a:rPr lang="it-IT" sz="1900" dirty="0">
                <a:solidFill>
                  <a:schemeClr val="bg2">
                    <a:lumMod val="25000"/>
                  </a:schemeClr>
                </a:solidFill>
              </a:rPr>
              <a:t> è un </a:t>
            </a:r>
            <a:r>
              <a:rPr lang="it-IT" sz="1900" b="1" dirty="0">
                <a:solidFill>
                  <a:srgbClr val="FFC000"/>
                </a:solidFill>
              </a:rPr>
              <a:t>sistema innovativo </a:t>
            </a:r>
            <a:r>
              <a:rPr lang="it-IT" sz="1900" dirty="0">
                <a:solidFill>
                  <a:schemeClr val="bg2">
                    <a:lumMod val="25000"/>
                  </a:schemeClr>
                </a:solidFill>
              </a:rPr>
              <a:t>progettato per </a:t>
            </a:r>
            <a:r>
              <a:rPr lang="en-US" sz="1900" dirty="0">
                <a:solidFill>
                  <a:schemeClr val="bg2">
                    <a:lumMod val="25000"/>
                  </a:schemeClr>
                </a:solidFill>
              </a:rPr>
              <a:t>fare in modo </a:t>
            </a:r>
            <a:r>
              <a:rPr lang="en-US" sz="1900" dirty="0" err="1">
                <a:solidFill>
                  <a:schemeClr val="bg2">
                    <a:lumMod val="25000"/>
                  </a:schemeClr>
                </a:solidFill>
              </a:rPr>
              <a:t>che</a:t>
            </a:r>
            <a:r>
              <a:rPr lang="en-US" sz="1900" dirty="0">
                <a:solidFill>
                  <a:schemeClr val="bg2">
                    <a:lumMod val="25000"/>
                  </a:schemeClr>
                </a:solidFill>
              </a:rPr>
              <a:t> </a:t>
            </a:r>
            <a:r>
              <a:rPr lang="en-US" sz="1900" dirty="0" err="1">
                <a:solidFill>
                  <a:schemeClr val="bg2">
                    <a:lumMod val="25000"/>
                  </a:schemeClr>
                </a:solidFill>
              </a:rPr>
              <a:t>azioni</a:t>
            </a:r>
            <a:r>
              <a:rPr lang="en-US" sz="1900" dirty="0">
                <a:solidFill>
                  <a:schemeClr val="bg2">
                    <a:lumMod val="25000"/>
                  </a:schemeClr>
                </a:solidFill>
              </a:rPr>
              <a:t> di </a:t>
            </a:r>
            <a:r>
              <a:rPr lang="en-US" sz="1900" dirty="0" err="1">
                <a:solidFill>
                  <a:schemeClr val="bg2">
                    <a:lumMod val="25000"/>
                  </a:schemeClr>
                </a:solidFill>
              </a:rPr>
              <a:t>salvaguardia</a:t>
            </a:r>
            <a:r>
              <a:rPr lang="en-US" sz="1900" dirty="0">
                <a:solidFill>
                  <a:schemeClr val="bg2">
                    <a:lumMod val="25000"/>
                  </a:schemeClr>
                </a:solidFill>
              </a:rPr>
              <a:t> </a:t>
            </a:r>
            <a:r>
              <a:rPr lang="en-US" sz="1900" dirty="0" err="1">
                <a:solidFill>
                  <a:schemeClr val="bg2">
                    <a:lumMod val="25000"/>
                  </a:schemeClr>
                </a:solidFill>
              </a:rPr>
              <a:t>possano</a:t>
            </a:r>
            <a:r>
              <a:rPr lang="en-US" sz="1900" dirty="0">
                <a:solidFill>
                  <a:schemeClr val="bg2">
                    <a:lumMod val="25000"/>
                  </a:schemeClr>
                </a:solidFill>
              </a:rPr>
              <a:t> </a:t>
            </a:r>
            <a:r>
              <a:rPr lang="en-US" sz="1900" dirty="0" err="1">
                <a:solidFill>
                  <a:schemeClr val="bg2">
                    <a:lumMod val="25000"/>
                  </a:schemeClr>
                </a:solidFill>
              </a:rPr>
              <a:t>essere</a:t>
            </a:r>
            <a:r>
              <a:rPr lang="en-US" sz="1900" dirty="0">
                <a:solidFill>
                  <a:schemeClr val="bg2">
                    <a:lumMod val="25000"/>
                  </a:schemeClr>
                </a:solidFill>
              </a:rPr>
              <a:t> </a:t>
            </a:r>
            <a:r>
              <a:rPr lang="en-US" sz="1900" dirty="0" err="1">
                <a:solidFill>
                  <a:schemeClr val="bg2">
                    <a:lumMod val="25000"/>
                  </a:schemeClr>
                </a:solidFill>
              </a:rPr>
              <a:t>attuate</a:t>
            </a:r>
            <a:r>
              <a:rPr lang="en-US" sz="1900" dirty="0">
                <a:solidFill>
                  <a:schemeClr val="bg2">
                    <a:lumMod val="25000"/>
                  </a:schemeClr>
                </a:solidFill>
              </a:rPr>
              <a:t> in </a:t>
            </a:r>
            <a:r>
              <a:rPr lang="en-US" sz="1900" dirty="0" err="1">
                <a:solidFill>
                  <a:schemeClr val="bg2">
                    <a:lumMod val="25000"/>
                  </a:schemeClr>
                </a:solidFill>
              </a:rPr>
              <a:t>maniera</a:t>
            </a:r>
            <a:r>
              <a:rPr lang="en-US" sz="1900" dirty="0">
                <a:solidFill>
                  <a:schemeClr val="bg2">
                    <a:lumMod val="25000"/>
                  </a:schemeClr>
                </a:solidFill>
              </a:rPr>
              <a:t> </a:t>
            </a:r>
            <a:r>
              <a:rPr lang="en-US" sz="1900" b="1" dirty="0" err="1">
                <a:solidFill>
                  <a:srgbClr val="FFC000"/>
                </a:solidFill>
              </a:rPr>
              <a:t>automatica</a:t>
            </a:r>
            <a:r>
              <a:rPr lang="en-US" sz="1900" dirty="0">
                <a:solidFill>
                  <a:schemeClr val="bg2">
                    <a:lumMod val="25000"/>
                  </a:schemeClr>
                </a:solidFill>
              </a:rPr>
              <a:t>. </a:t>
            </a:r>
            <a:endParaRPr lang="en-US" sz="1700" dirty="0">
              <a:solidFill>
                <a:schemeClr val="tx1"/>
              </a:solidFill>
              <a:cs typeface="Calibri" panose="020F0502020204030204"/>
            </a:endParaRPr>
          </a:p>
        </p:txBody>
      </p:sp>
      <p:sp>
        <p:nvSpPr>
          <p:cNvPr id="25" name="Oval 2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2" name="Immagine 11">
            <a:extLst>
              <a:ext uri="{FF2B5EF4-FFF2-40B4-BE49-F238E27FC236}">
                <a16:creationId xmlns:a16="http://schemas.microsoft.com/office/drawing/2014/main" id="{EC7C1579-560A-065D-A0F2-D1530D3B1C66}"/>
              </a:ext>
            </a:extLst>
          </p:cNvPr>
          <p:cNvPicPr>
            <a:picLocks noChangeAspect="1"/>
          </p:cNvPicPr>
          <p:nvPr/>
        </p:nvPicPr>
        <p:blipFill>
          <a:blip r:embed="rId3"/>
          <a:srcRect l="20335" r="20335"/>
          <a:stretch/>
        </p:blipFill>
        <p:spPr>
          <a:xfrm>
            <a:off x="8038594" y="3336314"/>
            <a:ext cx="3253994" cy="3132297"/>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7" name="Arc 26">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Immagine 3" descr="primo piano del circuito stampato">
            <a:extLst>
              <a:ext uri="{FF2B5EF4-FFF2-40B4-BE49-F238E27FC236}">
                <a16:creationId xmlns:a16="http://schemas.microsoft.com/office/drawing/2014/main" id="{4B216623-4B59-4FC0-8E90-468349035D24}"/>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65000"/>
                    </a14:imgEffect>
                  </a14:imgLayer>
                </a14:imgProps>
              </a:ext>
            </a:extLst>
          </a:blip>
          <a:srcRect l="14953" r="6951" b="4"/>
          <a:stretch/>
        </p:blipFill>
        <p:spPr>
          <a:xfrm>
            <a:off x="6527317" y="0"/>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effectLst>
            <a:outerShdw blurRad="50800" dist="50800" dir="5400000" algn="ctr" rotWithShape="0">
              <a:srgbClr val="000000"/>
            </a:outerShdw>
            <a:reflection stA="0" endPos="65000" dist="50800" dir="5400000" sy="-100000" algn="bl" rotWithShape="0"/>
          </a:effectLst>
        </p:spPr>
      </p:pic>
    </p:spTree>
    <p:extLst>
      <p:ext uri="{BB962C8B-B14F-4D97-AF65-F5344CB8AC3E}">
        <p14:creationId xmlns:p14="http://schemas.microsoft.com/office/powerpoint/2010/main" val="109484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557A916-FDD1-44A1-A7A1-70009FD6B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A6BCF94-F108-4D92-8C4F-CD9273947A31}"/>
              </a:ext>
            </a:extLst>
          </p:cNvPr>
          <p:cNvSpPr>
            <a:spLocks noGrp="1"/>
          </p:cNvSpPr>
          <p:nvPr>
            <p:ph type="title"/>
          </p:nvPr>
        </p:nvSpPr>
        <p:spPr>
          <a:xfrm>
            <a:off x="7449138" y="230896"/>
            <a:ext cx="3814233" cy="717755"/>
          </a:xfrm>
        </p:spPr>
        <p:txBody>
          <a:bodyPr vert="horz" lIns="91440" tIns="45720" rIns="91440" bIns="45720" rtlCol="0" anchor="ctr">
            <a:noAutofit/>
          </a:bodyPr>
          <a:lstStyle/>
          <a:p>
            <a:r>
              <a:rPr lang="en-US" sz="4000" dirty="0" err="1">
                <a:solidFill>
                  <a:srgbClr val="FFC000"/>
                </a:solidFill>
              </a:rPr>
              <a:t>Funzionamento</a:t>
            </a:r>
            <a:endParaRPr lang="en-US" sz="4000" kern="1200" dirty="0">
              <a:solidFill>
                <a:srgbClr val="FFC000"/>
              </a:solidFill>
              <a:latin typeface="+mj-lt"/>
              <a:ea typeface="+mj-ea"/>
              <a:cs typeface="+mj-cs"/>
            </a:endParaRPr>
          </a:p>
        </p:txBody>
      </p:sp>
      <p:pic>
        <p:nvPicPr>
          <p:cNvPr id="12" name="Immagine 11">
            <a:extLst>
              <a:ext uri="{FF2B5EF4-FFF2-40B4-BE49-F238E27FC236}">
                <a16:creationId xmlns:a16="http://schemas.microsoft.com/office/drawing/2014/main" id="{EC7C1579-560A-065D-A0F2-D1530D3B1C66}"/>
              </a:ext>
            </a:extLst>
          </p:cNvPr>
          <p:cNvPicPr>
            <a:picLocks noChangeAspect="1"/>
          </p:cNvPicPr>
          <p:nvPr/>
        </p:nvPicPr>
        <p:blipFill rotWithShape="1">
          <a:blip r:embed="rId3"/>
          <a:srcRect t="1740" r="-4" b="8112"/>
          <a:stretch/>
        </p:blipFill>
        <p:spPr>
          <a:xfrm>
            <a:off x="5095905" y="1105830"/>
            <a:ext cx="2230849" cy="2010996"/>
          </a:xfrm>
          <a:custGeom>
            <a:avLst/>
            <a:gdLst/>
            <a:ahLst/>
            <a:cxnLst/>
            <a:rect l="l" t="t" r="r" b="b"/>
            <a:pathLst>
              <a:path w="2397514" h="2161236">
                <a:moveTo>
                  <a:pt x="684017" y="0"/>
                </a:moveTo>
                <a:cubicBezTo>
                  <a:pt x="1715801" y="0"/>
                  <a:pt x="1715801" y="0"/>
                  <a:pt x="1715801" y="0"/>
                </a:cubicBezTo>
                <a:cubicBezTo>
                  <a:pt x="1768004" y="0"/>
                  <a:pt x="1835562" y="37478"/>
                  <a:pt x="1863198" y="84326"/>
                </a:cubicBezTo>
                <a:cubicBezTo>
                  <a:pt x="2379089" y="993169"/>
                  <a:pt x="2379089" y="993169"/>
                  <a:pt x="2379089" y="993169"/>
                </a:cubicBezTo>
                <a:cubicBezTo>
                  <a:pt x="2403656" y="1043140"/>
                  <a:pt x="2403656" y="1118096"/>
                  <a:pt x="2379089" y="1168068"/>
                </a:cubicBezTo>
                <a:cubicBezTo>
                  <a:pt x="1863198" y="2076910"/>
                  <a:pt x="1863198" y="2076910"/>
                  <a:pt x="1863198" y="2076910"/>
                </a:cubicBezTo>
                <a:cubicBezTo>
                  <a:pt x="1835562" y="2123759"/>
                  <a:pt x="1768004" y="2161236"/>
                  <a:pt x="1715801" y="2161236"/>
                </a:cubicBezTo>
                <a:lnTo>
                  <a:pt x="684017" y="2161236"/>
                </a:lnTo>
                <a:cubicBezTo>
                  <a:pt x="628744" y="2161236"/>
                  <a:pt x="561187" y="2123759"/>
                  <a:pt x="536621" y="2076910"/>
                </a:cubicBezTo>
                <a:cubicBezTo>
                  <a:pt x="20729" y="1168068"/>
                  <a:pt x="20729" y="1168068"/>
                  <a:pt x="20729" y="1168068"/>
                </a:cubicBezTo>
                <a:cubicBezTo>
                  <a:pt x="-6909" y="1118096"/>
                  <a:pt x="-6909" y="1043140"/>
                  <a:pt x="20729" y="993169"/>
                </a:cubicBezTo>
                <a:cubicBezTo>
                  <a:pt x="536621" y="84326"/>
                  <a:pt x="536621" y="84326"/>
                  <a:pt x="536621" y="84326"/>
                </a:cubicBezTo>
                <a:cubicBezTo>
                  <a:pt x="561187" y="37478"/>
                  <a:pt x="628744" y="0"/>
                  <a:pt x="684017" y="0"/>
                </a:cubicBezTo>
                <a:close/>
              </a:path>
            </a:pathLst>
          </a:custGeom>
        </p:spPr>
      </p:pic>
      <p:pic>
        <p:nvPicPr>
          <p:cNvPr id="4" name="Immagine 3" descr="primo piano del circuito stampato">
            <a:extLst>
              <a:ext uri="{FF2B5EF4-FFF2-40B4-BE49-F238E27FC236}">
                <a16:creationId xmlns:a16="http://schemas.microsoft.com/office/drawing/2014/main" id="{4B216623-4B59-4FC0-8E90-468349035D24}"/>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65000"/>
                    </a14:imgEffect>
                  </a14:imgLayer>
                </a14:imgProps>
              </a:ext>
            </a:extLst>
          </a:blip>
          <a:srcRect l="18604" t="-1" r="8307" b="-1"/>
          <a:stretch/>
        </p:blipFill>
        <p:spPr>
          <a:xfrm>
            <a:off x="-76529" y="130282"/>
            <a:ext cx="7223961" cy="6597435"/>
          </a:xfrm>
          <a:custGeom>
            <a:avLst/>
            <a:gdLst/>
            <a:ahLst/>
            <a:cxnLst/>
            <a:rect l="l" t="t" r="r" b="b"/>
            <a:pathLst>
              <a:path w="7743949" h="6858000">
                <a:moveTo>
                  <a:pt x="956085" y="2071857"/>
                </a:moveTo>
                <a:cubicBezTo>
                  <a:pt x="956085" y="2071857"/>
                  <a:pt x="956085" y="2071857"/>
                  <a:pt x="4999548" y="2071857"/>
                </a:cubicBezTo>
                <a:cubicBezTo>
                  <a:pt x="5252811" y="2071857"/>
                  <a:pt x="5497339" y="2211072"/>
                  <a:pt x="5619604" y="2437296"/>
                </a:cubicBezTo>
                <a:cubicBezTo>
                  <a:pt x="5619604" y="2437296"/>
                  <a:pt x="5619604" y="2437296"/>
                  <a:pt x="7645701" y="5926372"/>
                </a:cubicBezTo>
                <a:cubicBezTo>
                  <a:pt x="7776699" y="6143896"/>
                  <a:pt x="7776699" y="6422327"/>
                  <a:pt x="7645701" y="6639850"/>
                </a:cubicBezTo>
                <a:cubicBezTo>
                  <a:pt x="7645701" y="6639850"/>
                  <a:pt x="7645701" y="6639850"/>
                  <a:pt x="7538856" y="6823844"/>
                </a:cubicBezTo>
                <a:lnTo>
                  <a:pt x="7519022" y="6858000"/>
                </a:lnTo>
                <a:lnTo>
                  <a:pt x="0" y="6858000"/>
                </a:lnTo>
                <a:lnTo>
                  <a:pt x="0" y="3003362"/>
                </a:lnTo>
                <a:lnTo>
                  <a:pt x="144017" y="2754282"/>
                </a:lnTo>
                <a:cubicBezTo>
                  <a:pt x="203181" y="2651956"/>
                  <a:pt x="264254" y="2546330"/>
                  <a:pt x="327296" y="2437296"/>
                </a:cubicBezTo>
                <a:cubicBezTo>
                  <a:pt x="458294" y="2211072"/>
                  <a:pt x="694090" y="2071857"/>
                  <a:pt x="956085" y="2071857"/>
                </a:cubicBezTo>
                <a:close/>
                <a:moveTo>
                  <a:pt x="0" y="0"/>
                </a:moveTo>
                <a:lnTo>
                  <a:pt x="6600525" y="0"/>
                </a:lnTo>
                <a:lnTo>
                  <a:pt x="6486618" y="196155"/>
                </a:lnTo>
                <a:cubicBezTo>
                  <a:pt x="6261242" y="584267"/>
                  <a:pt x="5994130" y="1044253"/>
                  <a:pt x="5677553" y="1589421"/>
                </a:cubicBezTo>
                <a:cubicBezTo>
                  <a:pt x="5555288" y="1815646"/>
                  <a:pt x="5310759" y="1954861"/>
                  <a:pt x="5057496" y="1954861"/>
                </a:cubicBezTo>
                <a:cubicBezTo>
                  <a:pt x="5057496" y="1954861"/>
                  <a:pt x="5057496" y="1954861"/>
                  <a:pt x="1014033" y="1954861"/>
                </a:cubicBezTo>
                <a:cubicBezTo>
                  <a:pt x="752038" y="1954861"/>
                  <a:pt x="516243" y="1815646"/>
                  <a:pt x="385244" y="1589421"/>
                </a:cubicBezTo>
                <a:cubicBezTo>
                  <a:pt x="385244" y="1589421"/>
                  <a:pt x="385244" y="1589421"/>
                  <a:pt x="69234" y="1042874"/>
                </a:cubicBezTo>
                <a:lnTo>
                  <a:pt x="0" y="923133"/>
                </a:lnTo>
                <a:close/>
              </a:path>
            </a:pathLst>
          </a:custGeom>
        </p:spPr>
      </p:pic>
      <p:sp>
        <p:nvSpPr>
          <p:cNvPr id="13" name="CasellaDiTesto 12">
            <a:extLst>
              <a:ext uri="{FF2B5EF4-FFF2-40B4-BE49-F238E27FC236}">
                <a16:creationId xmlns:a16="http://schemas.microsoft.com/office/drawing/2014/main" id="{9E919846-BC4B-4ACE-EC4D-2A3F0F9035E3}"/>
              </a:ext>
            </a:extLst>
          </p:cNvPr>
          <p:cNvSpPr txBox="1"/>
          <p:nvPr/>
        </p:nvSpPr>
        <p:spPr>
          <a:xfrm>
            <a:off x="7449138" y="1213798"/>
            <a:ext cx="4117036" cy="5150249"/>
          </a:xfrm>
          <a:prstGeom prst="rect">
            <a:avLst/>
          </a:prstGeom>
        </p:spPr>
        <p:style>
          <a:lnRef idx="0">
            <a:scrgbClr r="0" g="0" b="0"/>
          </a:lnRef>
          <a:fillRef idx="0">
            <a:scrgbClr r="0" g="0" b="0"/>
          </a:fillRef>
          <a:effectRef idx="0">
            <a:scrgbClr r="0" g="0" b="0"/>
          </a:effectRef>
          <a:fontRef idx="minor">
            <a:schemeClr val="lt1"/>
          </a:fontRef>
        </p:style>
        <p:txBody>
          <a:bodyPr vert="horz" lIns="91440" tIns="45720" rIns="91440" bIns="45720" rtlCol="0" anchor="t">
            <a:normAutofit fontScale="92500"/>
          </a:bodyPr>
          <a:lstStyle/>
          <a:p>
            <a:pPr>
              <a:lnSpc>
                <a:spcPct val="90000"/>
              </a:lnSpc>
              <a:spcAft>
                <a:spcPts val="600"/>
              </a:spcAft>
            </a:pPr>
            <a:r>
              <a:rPr lang="en-US" dirty="0">
                <a:solidFill>
                  <a:schemeClr val="tx2">
                    <a:lumMod val="50000"/>
                  </a:schemeClr>
                </a:solidFill>
              </a:rPr>
              <a:t>Si </a:t>
            </a:r>
            <a:r>
              <a:rPr lang="en-US" dirty="0" err="1">
                <a:solidFill>
                  <a:schemeClr val="tx2">
                    <a:lumMod val="50000"/>
                  </a:schemeClr>
                </a:solidFill>
              </a:rPr>
              <a:t>vuole</a:t>
            </a:r>
            <a:r>
              <a:rPr lang="en-US" dirty="0">
                <a:solidFill>
                  <a:schemeClr val="tx2">
                    <a:lumMod val="50000"/>
                  </a:schemeClr>
                </a:solidFill>
              </a:rPr>
              <a:t> </a:t>
            </a:r>
            <a:r>
              <a:rPr lang="en-US" dirty="0" err="1">
                <a:solidFill>
                  <a:schemeClr val="tx2">
                    <a:lumMod val="50000"/>
                  </a:schemeClr>
                </a:solidFill>
              </a:rPr>
              <a:t>realizzare</a:t>
            </a:r>
            <a:r>
              <a:rPr lang="en-US" dirty="0">
                <a:solidFill>
                  <a:schemeClr val="tx2">
                    <a:lumMod val="50000"/>
                  </a:schemeClr>
                </a:solidFill>
              </a:rPr>
              <a:t> in </a:t>
            </a:r>
            <a:r>
              <a:rPr lang="en-US" dirty="0" err="1">
                <a:solidFill>
                  <a:schemeClr val="tx2">
                    <a:lumMod val="50000"/>
                  </a:schemeClr>
                </a:solidFill>
              </a:rPr>
              <a:t>ambiente</a:t>
            </a:r>
            <a:r>
              <a:rPr lang="en-US" dirty="0">
                <a:solidFill>
                  <a:schemeClr val="tx2">
                    <a:lumMod val="50000"/>
                  </a:schemeClr>
                </a:solidFill>
              </a:rPr>
              <a:t> </a:t>
            </a:r>
            <a:r>
              <a:rPr lang="en-US" b="1" dirty="0">
                <a:solidFill>
                  <a:schemeClr val="accent4"/>
                </a:solidFill>
              </a:rPr>
              <a:t>STM32Cube </a:t>
            </a:r>
            <a:r>
              <a:rPr lang="en-US" dirty="0">
                <a:solidFill>
                  <a:schemeClr val="tx2">
                    <a:lumMod val="50000"/>
                  </a:schemeClr>
                </a:solidFill>
              </a:rPr>
              <a:t>un firmware per </a:t>
            </a:r>
            <a:r>
              <a:rPr lang="en-US" dirty="0" err="1">
                <a:solidFill>
                  <a:schemeClr val="tx2">
                    <a:lumMod val="50000"/>
                  </a:schemeClr>
                </a:solidFill>
              </a:rPr>
              <a:t>microcontrollori</a:t>
            </a:r>
            <a:r>
              <a:rPr lang="en-US" dirty="0">
                <a:solidFill>
                  <a:schemeClr val="tx2">
                    <a:lumMod val="50000"/>
                  </a:schemeClr>
                </a:solidFill>
              </a:rPr>
              <a:t> </a:t>
            </a:r>
            <a:r>
              <a:rPr lang="en-US" dirty="0" err="1">
                <a:solidFill>
                  <a:schemeClr val="tx2">
                    <a:lumMod val="50000"/>
                  </a:schemeClr>
                </a:solidFill>
              </a:rPr>
              <a:t>della</a:t>
            </a:r>
            <a:r>
              <a:rPr lang="en-US" dirty="0">
                <a:solidFill>
                  <a:schemeClr val="tx2">
                    <a:lumMod val="50000"/>
                  </a:schemeClr>
                </a:solidFill>
              </a:rPr>
              <a:t> </a:t>
            </a:r>
            <a:r>
              <a:rPr lang="en-US" dirty="0" err="1">
                <a:solidFill>
                  <a:schemeClr val="tx2">
                    <a:lumMod val="50000"/>
                  </a:schemeClr>
                </a:solidFill>
              </a:rPr>
              <a:t>famiglia</a:t>
            </a:r>
            <a:r>
              <a:rPr lang="en-US" dirty="0">
                <a:solidFill>
                  <a:schemeClr val="tx2">
                    <a:lumMod val="50000"/>
                  </a:schemeClr>
                </a:solidFill>
              </a:rPr>
              <a:t> STM32F3 </a:t>
            </a:r>
            <a:r>
              <a:rPr lang="en-US" dirty="0" err="1">
                <a:solidFill>
                  <a:schemeClr val="tx2">
                    <a:lumMod val="50000"/>
                  </a:schemeClr>
                </a:solidFill>
              </a:rPr>
              <a:t>atto</a:t>
            </a:r>
            <a:r>
              <a:rPr lang="en-US" dirty="0">
                <a:solidFill>
                  <a:schemeClr val="tx2">
                    <a:lumMod val="50000"/>
                  </a:schemeClr>
                </a:solidFill>
              </a:rPr>
              <a:t> </a:t>
            </a:r>
            <a:r>
              <a:rPr lang="en-US" dirty="0" err="1">
                <a:solidFill>
                  <a:schemeClr val="tx2">
                    <a:lumMod val="50000"/>
                  </a:schemeClr>
                </a:solidFill>
              </a:rPr>
              <a:t>alla</a:t>
            </a:r>
            <a:r>
              <a:rPr lang="en-US" dirty="0">
                <a:solidFill>
                  <a:schemeClr val="tx2">
                    <a:lumMod val="50000"/>
                  </a:schemeClr>
                </a:solidFill>
              </a:rPr>
              <a:t> </a:t>
            </a:r>
            <a:r>
              <a:rPr lang="en-US" dirty="0" err="1">
                <a:solidFill>
                  <a:schemeClr val="tx2">
                    <a:lumMod val="50000"/>
                  </a:schemeClr>
                </a:solidFill>
              </a:rPr>
              <a:t>gestione</a:t>
            </a:r>
            <a:r>
              <a:rPr lang="en-US" dirty="0">
                <a:solidFill>
                  <a:schemeClr val="tx2">
                    <a:lumMod val="50000"/>
                  </a:schemeClr>
                </a:solidFill>
              </a:rPr>
              <a:t> di un </a:t>
            </a:r>
            <a:r>
              <a:rPr lang="en-US" dirty="0" err="1">
                <a:solidFill>
                  <a:schemeClr val="tx2">
                    <a:lumMod val="50000"/>
                  </a:schemeClr>
                </a:solidFill>
              </a:rPr>
              <a:t>sistema</a:t>
            </a:r>
            <a:r>
              <a:rPr lang="en-US" dirty="0">
                <a:solidFill>
                  <a:schemeClr val="tx2">
                    <a:lumMod val="50000"/>
                  </a:schemeClr>
                </a:solidFill>
              </a:rPr>
              <a:t> di </a:t>
            </a:r>
            <a:r>
              <a:rPr lang="en-US" b="1" dirty="0" err="1">
                <a:solidFill>
                  <a:schemeClr val="accent4"/>
                </a:solidFill>
              </a:rPr>
              <a:t>rilevamento</a:t>
            </a:r>
            <a:r>
              <a:rPr lang="en-US" b="1" dirty="0">
                <a:solidFill>
                  <a:schemeClr val="accent4"/>
                </a:solidFill>
              </a:rPr>
              <a:t> del </a:t>
            </a:r>
            <a:r>
              <a:rPr lang="en-US" b="1" dirty="0" err="1">
                <a:solidFill>
                  <a:schemeClr val="accent4"/>
                </a:solidFill>
              </a:rPr>
              <a:t>sonno</a:t>
            </a:r>
            <a:r>
              <a:rPr lang="en-US" dirty="0">
                <a:solidFill>
                  <a:schemeClr val="tx2">
                    <a:lumMod val="50000"/>
                  </a:schemeClr>
                </a:solidFill>
              </a:rPr>
              <a:t>.</a:t>
            </a:r>
          </a:p>
          <a:p>
            <a:pPr>
              <a:lnSpc>
                <a:spcPct val="90000"/>
              </a:lnSpc>
              <a:spcAft>
                <a:spcPts val="600"/>
              </a:spcAft>
            </a:pPr>
            <a:endParaRPr lang="en-US" dirty="0">
              <a:solidFill>
                <a:schemeClr val="tx2">
                  <a:lumMod val="50000"/>
                </a:schemeClr>
              </a:solidFill>
            </a:endParaRPr>
          </a:p>
          <a:p>
            <a:pPr>
              <a:lnSpc>
                <a:spcPct val="90000"/>
              </a:lnSpc>
              <a:spcAft>
                <a:spcPts val="600"/>
              </a:spcAft>
            </a:pPr>
            <a:r>
              <a:rPr lang="en-US" dirty="0">
                <a:solidFill>
                  <a:schemeClr val="tx1"/>
                </a:solidFill>
              </a:rPr>
              <a:t>Tale </a:t>
            </a:r>
            <a:r>
              <a:rPr lang="en-US" dirty="0" err="1">
                <a:solidFill>
                  <a:schemeClr val="tx1"/>
                </a:solidFill>
              </a:rPr>
              <a:t>rilevamento</a:t>
            </a:r>
            <a:r>
              <a:rPr lang="en-US" dirty="0">
                <a:solidFill>
                  <a:schemeClr val="tx1"/>
                </a:solidFill>
              </a:rPr>
              <a:t> </a:t>
            </a:r>
            <a:r>
              <a:rPr lang="en-US" dirty="0" err="1">
                <a:solidFill>
                  <a:schemeClr val="tx1"/>
                </a:solidFill>
              </a:rPr>
              <a:t>avviene</a:t>
            </a:r>
            <a:r>
              <a:rPr lang="en-US" dirty="0">
                <a:solidFill>
                  <a:schemeClr val="tx1"/>
                </a:solidFill>
              </a:rPr>
              <a:t> </a:t>
            </a:r>
            <a:r>
              <a:rPr lang="en-US" dirty="0" err="1">
                <a:solidFill>
                  <a:schemeClr val="tx1"/>
                </a:solidFill>
              </a:rPr>
              <a:t>mediante</a:t>
            </a:r>
            <a:r>
              <a:rPr lang="en-US" dirty="0">
                <a:solidFill>
                  <a:schemeClr val="tx1"/>
                </a:solidFill>
              </a:rPr>
              <a:t> </a:t>
            </a:r>
            <a:r>
              <a:rPr lang="en-US" dirty="0" err="1">
                <a:solidFill>
                  <a:schemeClr val="tx1"/>
                </a:solidFill>
              </a:rPr>
              <a:t>fotocamera</a:t>
            </a:r>
            <a:r>
              <a:rPr lang="en-US" dirty="0">
                <a:solidFill>
                  <a:schemeClr val="tx1"/>
                </a:solidFill>
              </a:rPr>
              <a:t> di un PC </a:t>
            </a:r>
            <a:r>
              <a:rPr lang="en-US" dirty="0" err="1">
                <a:solidFill>
                  <a:schemeClr val="tx1"/>
                </a:solidFill>
              </a:rPr>
              <a:t>che</a:t>
            </a:r>
            <a:r>
              <a:rPr lang="en-US" dirty="0">
                <a:solidFill>
                  <a:schemeClr val="tx1"/>
                </a:solidFill>
              </a:rPr>
              <a:t> ha il </a:t>
            </a:r>
            <a:r>
              <a:rPr lang="en-US" dirty="0" err="1">
                <a:solidFill>
                  <a:schemeClr val="tx1"/>
                </a:solidFill>
              </a:rPr>
              <a:t>compito</a:t>
            </a:r>
            <a:r>
              <a:rPr lang="en-US" dirty="0">
                <a:solidFill>
                  <a:schemeClr val="tx1"/>
                </a:solidFill>
              </a:rPr>
              <a:t> di </a:t>
            </a:r>
            <a:r>
              <a:rPr lang="en-US" dirty="0" err="1">
                <a:solidFill>
                  <a:schemeClr val="tx1"/>
                </a:solidFill>
              </a:rPr>
              <a:t>catturare</a:t>
            </a:r>
            <a:r>
              <a:rPr lang="en-US" dirty="0">
                <a:solidFill>
                  <a:schemeClr val="tx1"/>
                </a:solidFill>
              </a:rPr>
              <a:t> le </a:t>
            </a:r>
            <a:r>
              <a:rPr lang="en-US" dirty="0" err="1">
                <a:solidFill>
                  <a:schemeClr val="tx1"/>
                </a:solidFill>
              </a:rPr>
              <a:t>immagini</a:t>
            </a:r>
            <a:r>
              <a:rPr lang="en-US" dirty="0">
                <a:solidFill>
                  <a:schemeClr val="tx1"/>
                </a:solidFill>
              </a:rPr>
              <a:t> del </a:t>
            </a:r>
            <a:r>
              <a:rPr lang="en-US" dirty="0" err="1">
                <a:solidFill>
                  <a:schemeClr val="tx1"/>
                </a:solidFill>
              </a:rPr>
              <a:t>volto</a:t>
            </a:r>
            <a:r>
              <a:rPr lang="en-US" dirty="0">
                <a:solidFill>
                  <a:schemeClr val="tx1"/>
                </a:solidFill>
              </a:rPr>
              <a:t> </a:t>
            </a:r>
            <a:r>
              <a:rPr lang="en-US" dirty="0" err="1">
                <a:solidFill>
                  <a:schemeClr val="tx1"/>
                </a:solidFill>
              </a:rPr>
              <a:t>dell’utente</a:t>
            </a:r>
            <a:r>
              <a:rPr lang="en-US" dirty="0">
                <a:solidFill>
                  <a:schemeClr val="tx1"/>
                </a:solidFill>
              </a:rPr>
              <a:t> e fare</a:t>
            </a:r>
            <a:r>
              <a:rPr lang="en-US" b="1" dirty="0">
                <a:solidFill>
                  <a:srgbClr val="FFC000"/>
                </a:solidFill>
              </a:rPr>
              <a:t> </a:t>
            </a:r>
            <a:r>
              <a:rPr lang="en-US" b="1" dirty="0" err="1">
                <a:solidFill>
                  <a:srgbClr val="FFC000"/>
                </a:solidFill>
              </a:rPr>
              <a:t>inferenza</a:t>
            </a:r>
            <a:r>
              <a:rPr lang="en-US" dirty="0">
                <a:solidFill>
                  <a:schemeClr val="tx1"/>
                </a:solidFill>
              </a:rPr>
              <a:t>. In base ai </a:t>
            </a:r>
            <a:r>
              <a:rPr lang="en-US" dirty="0" err="1">
                <a:solidFill>
                  <a:schemeClr val="tx1"/>
                </a:solidFill>
              </a:rPr>
              <a:t>risultati</a:t>
            </a:r>
            <a:r>
              <a:rPr lang="en-US" dirty="0">
                <a:solidFill>
                  <a:schemeClr val="tx1"/>
                </a:solidFill>
              </a:rPr>
              <a:t> </a:t>
            </a:r>
            <a:r>
              <a:rPr lang="en-US" dirty="0" err="1">
                <a:solidFill>
                  <a:schemeClr val="tx1"/>
                </a:solidFill>
              </a:rPr>
              <a:t>ottenuti</a:t>
            </a:r>
            <a:r>
              <a:rPr lang="en-US" dirty="0">
                <a:solidFill>
                  <a:schemeClr val="tx1"/>
                </a:solidFill>
              </a:rPr>
              <a:t> </a:t>
            </a:r>
            <a:r>
              <a:rPr lang="en-US" dirty="0" err="1">
                <a:solidFill>
                  <a:schemeClr val="tx1"/>
                </a:solidFill>
              </a:rPr>
              <a:t>viene</a:t>
            </a:r>
            <a:r>
              <a:rPr lang="en-US" dirty="0">
                <a:solidFill>
                  <a:schemeClr val="tx1"/>
                </a:solidFill>
              </a:rPr>
              <a:t> </a:t>
            </a:r>
            <a:r>
              <a:rPr lang="en-US" dirty="0" err="1">
                <a:solidFill>
                  <a:schemeClr val="tx1"/>
                </a:solidFill>
              </a:rPr>
              <a:t>inviato</a:t>
            </a:r>
            <a:r>
              <a:rPr lang="en-US" dirty="0">
                <a:solidFill>
                  <a:schemeClr val="tx1"/>
                </a:solidFill>
              </a:rPr>
              <a:t> un </a:t>
            </a:r>
            <a:r>
              <a:rPr lang="en-US" dirty="0" err="1">
                <a:solidFill>
                  <a:schemeClr val="tx1"/>
                </a:solidFill>
              </a:rPr>
              <a:t>segnale</a:t>
            </a:r>
            <a:r>
              <a:rPr lang="en-US" dirty="0">
                <a:solidFill>
                  <a:schemeClr val="tx1"/>
                </a:solidFill>
              </a:rPr>
              <a:t> al </a:t>
            </a:r>
            <a:r>
              <a:rPr lang="en-US" dirty="0" err="1">
                <a:solidFill>
                  <a:schemeClr val="tx1"/>
                </a:solidFill>
              </a:rPr>
              <a:t>microcontrollore</a:t>
            </a:r>
            <a:r>
              <a:rPr lang="en-US" dirty="0">
                <a:solidFill>
                  <a:schemeClr val="tx1"/>
                </a:solidFill>
              </a:rPr>
              <a:t>.</a:t>
            </a:r>
          </a:p>
          <a:p>
            <a:pPr>
              <a:lnSpc>
                <a:spcPct val="90000"/>
              </a:lnSpc>
              <a:spcAft>
                <a:spcPts val="600"/>
              </a:spcAft>
            </a:pPr>
            <a:endParaRPr lang="en-US" dirty="0">
              <a:solidFill>
                <a:schemeClr val="tx1"/>
              </a:solidFill>
            </a:endParaRPr>
          </a:p>
          <a:p>
            <a:pPr>
              <a:lnSpc>
                <a:spcPct val="90000"/>
              </a:lnSpc>
              <a:spcAft>
                <a:spcPts val="600"/>
              </a:spcAft>
            </a:pPr>
            <a:r>
              <a:rPr lang="en-US" dirty="0">
                <a:solidFill>
                  <a:schemeClr val="tx1"/>
                </a:solidFill>
              </a:rPr>
              <a:t>Il </a:t>
            </a:r>
            <a:r>
              <a:rPr lang="en-US" dirty="0" err="1">
                <a:solidFill>
                  <a:schemeClr val="tx1"/>
                </a:solidFill>
              </a:rPr>
              <a:t>microcontrollore</a:t>
            </a:r>
            <a:r>
              <a:rPr lang="en-US" dirty="0">
                <a:solidFill>
                  <a:schemeClr val="tx1"/>
                </a:solidFill>
              </a:rPr>
              <a:t> a </a:t>
            </a:r>
            <a:r>
              <a:rPr lang="en-US" dirty="0" err="1">
                <a:solidFill>
                  <a:schemeClr val="tx1"/>
                </a:solidFill>
              </a:rPr>
              <a:t>seconda</a:t>
            </a:r>
            <a:r>
              <a:rPr lang="en-US" dirty="0">
                <a:solidFill>
                  <a:schemeClr val="tx1"/>
                </a:solidFill>
              </a:rPr>
              <a:t> del </a:t>
            </a:r>
            <a:r>
              <a:rPr lang="en-US" dirty="0" err="1">
                <a:solidFill>
                  <a:schemeClr val="tx1"/>
                </a:solidFill>
              </a:rPr>
              <a:t>segnale</a:t>
            </a:r>
            <a:r>
              <a:rPr lang="en-US" dirty="0">
                <a:solidFill>
                  <a:schemeClr val="tx1"/>
                </a:solidFill>
              </a:rPr>
              <a:t> </a:t>
            </a:r>
            <a:r>
              <a:rPr lang="en-US" dirty="0" err="1">
                <a:solidFill>
                  <a:schemeClr val="tx1"/>
                </a:solidFill>
              </a:rPr>
              <a:t>ricevuto</a:t>
            </a:r>
            <a:r>
              <a:rPr lang="en-US" dirty="0">
                <a:solidFill>
                  <a:schemeClr val="tx1"/>
                </a:solidFill>
              </a:rPr>
              <a:t> ha il </a:t>
            </a:r>
            <a:r>
              <a:rPr lang="en-US" dirty="0" err="1">
                <a:solidFill>
                  <a:schemeClr val="tx1"/>
                </a:solidFill>
              </a:rPr>
              <a:t>compito</a:t>
            </a:r>
            <a:r>
              <a:rPr lang="en-US" dirty="0">
                <a:solidFill>
                  <a:schemeClr val="tx1"/>
                </a:solidFill>
              </a:rPr>
              <a:t> di </a:t>
            </a:r>
            <a:r>
              <a:rPr lang="en-US" dirty="0" err="1">
                <a:solidFill>
                  <a:schemeClr val="tx1"/>
                </a:solidFill>
              </a:rPr>
              <a:t>accendere</a:t>
            </a:r>
            <a:r>
              <a:rPr lang="en-US" dirty="0">
                <a:solidFill>
                  <a:schemeClr val="tx1"/>
                </a:solidFill>
              </a:rPr>
              <a:t> </a:t>
            </a:r>
            <a:r>
              <a:rPr lang="en-US" dirty="0" err="1">
                <a:solidFill>
                  <a:schemeClr val="tx1"/>
                </a:solidFill>
              </a:rPr>
              <a:t>i</a:t>
            </a:r>
            <a:r>
              <a:rPr lang="en-US" dirty="0">
                <a:solidFill>
                  <a:schemeClr val="tx1"/>
                </a:solidFill>
              </a:rPr>
              <a:t> led e far </a:t>
            </a:r>
            <a:r>
              <a:rPr lang="en-US" dirty="0" err="1">
                <a:solidFill>
                  <a:schemeClr val="tx1"/>
                </a:solidFill>
              </a:rPr>
              <a:t>partire</a:t>
            </a:r>
            <a:r>
              <a:rPr lang="en-US" dirty="0">
                <a:solidFill>
                  <a:schemeClr val="tx1"/>
                </a:solidFill>
              </a:rPr>
              <a:t> </a:t>
            </a:r>
            <a:r>
              <a:rPr lang="en-US" b="1" dirty="0" err="1">
                <a:solidFill>
                  <a:srgbClr val="FFC000"/>
                </a:solidFill>
              </a:rPr>
              <a:t>l’allarme</a:t>
            </a:r>
            <a:r>
              <a:rPr lang="en-US" dirty="0">
                <a:solidFill>
                  <a:schemeClr val="tx1"/>
                </a:solidFill>
              </a:rPr>
              <a:t>.</a:t>
            </a:r>
          </a:p>
          <a:p>
            <a:pPr>
              <a:lnSpc>
                <a:spcPct val="90000"/>
              </a:lnSpc>
              <a:spcAft>
                <a:spcPts val="600"/>
              </a:spcAft>
            </a:pPr>
            <a:endParaRPr lang="en-US" dirty="0">
              <a:solidFill>
                <a:schemeClr val="tx1"/>
              </a:solidFill>
            </a:endParaRPr>
          </a:p>
          <a:p>
            <a:pPr>
              <a:lnSpc>
                <a:spcPct val="90000"/>
              </a:lnSpc>
              <a:spcAft>
                <a:spcPts val="600"/>
              </a:spcAft>
            </a:pPr>
            <a:r>
              <a:rPr lang="en-US" dirty="0" err="1">
                <a:solidFill>
                  <a:schemeClr val="tx1"/>
                </a:solidFill>
              </a:rPr>
              <a:t>L’allarme</a:t>
            </a:r>
            <a:r>
              <a:rPr lang="en-US" dirty="0">
                <a:solidFill>
                  <a:schemeClr val="tx1"/>
                </a:solidFill>
              </a:rPr>
              <a:t> è </a:t>
            </a:r>
            <a:r>
              <a:rPr lang="en-US" dirty="0" err="1">
                <a:solidFill>
                  <a:schemeClr val="tx1"/>
                </a:solidFill>
              </a:rPr>
              <a:t>disattivabile</a:t>
            </a:r>
            <a:r>
              <a:rPr lang="en-US" dirty="0">
                <a:solidFill>
                  <a:schemeClr val="tx1"/>
                </a:solidFill>
              </a:rPr>
              <a:t> </a:t>
            </a:r>
            <a:r>
              <a:rPr lang="en-US" dirty="0" err="1">
                <a:solidFill>
                  <a:schemeClr val="tx1"/>
                </a:solidFill>
              </a:rPr>
              <a:t>premendo</a:t>
            </a:r>
            <a:r>
              <a:rPr lang="en-US" dirty="0">
                <a:solidFill>
                  <a:schemeClr val="tx1"/>
                </a:solidFill>
              </a:rPr>
              <a:t> un </a:t>
            </a:r>
            <a:r>
              <a:rPr lang="en-US" dirty="0" err="1">
                <a:solidFill>
                  <a:schemeClr val="tx1"/>
                </a:solidFill>
              </a:rPr>
              <a:t>apposito</a:t>
            </a:r>
            <a:r>
              <a:rPr lang="en-US" dirty="0">
                <a:solidFill>
                  <a:schemeClr val="tx1"/>
                </a:solidFill>
              </a:rPr>
              <a:t> </a:t>
            </a:r>
            <a:r>
              <a:rPr lang="en-US" dirty="0" err="1">
                <a:solidFill>
                  <a:schemeClr val="tx1"/>
                </a:solidFill>
              </a:rPr>
              <a:t>pulsante</a:t>
            </a:r>
            <a:r>
              <a:rPr lang="en-US" dirty="0">
                <a:solidFill>
                  <a:schemeClr val="tx1"/>
                </a:solidFill>
              </a:rPr>
              <a:t> </a:t>
            </a:r>
            <a:r>
              <a:rPr lang="en-US" dirty="0" err="1">
                <a:solidFill>
                  <a:schemeClr val="tx1"/>
                </a:solidFill>
              </a:rPr>
              <a:t>sul</a:t>
            </a:r>
            <a:r>
              <a:rPr lang="en-US" dirty="0">
                <a:solidFill>
                  <a:schemeClr val="tx1"/>
                </a:solidFill>
              </a:rPr>
              <a:t> </a:t>
            </a:r>
            <a:r>
              <a:rPr lang="en-US" dirty="0" err="1">
                <a:solidFill>
                  <a:schemeClr val="tx1"/>
                </a:solidFill>
              </a:rPr>
              <a:t>microcontrollore</a:t>
            </a:r>
            <a:r>
              <a:rPr lang="en-US" dirty="0">
                <a:solidFill>
                  <a:schemeClr val="tx1"/>
                </a:solidFill>
              </a:rPr>
              <a:t> o </a:t>
            </a:r>
            <a:r>
              <a:rPr lang="en-US" dirty="0" err="1">
                <a:solidFill>
                  <a:schemeClr val="tx1"/>
                </a:solidFill>
              </a:rPr>
              <a:t>tramite</a:t>
            </a:r>
            <a:r>
              <a:rPr lang="en-US" dirty="0">
                <a:solidFill>
                  <a:schemeClr val="tx1"/>
                </a:solidFill>
              </a:rPr>
              <a:t> </a:t>
            </a:r>
            <a:r>
              <a:rPr lang="en-US" dirty="0" err="1">
                <a:solidFill>
                  <a:schemeClr val="tx1"/>
                </a:solidFill>
              </a:rPr>
              <a:t>collegamento</a:t>
            </a:r>
            <a:r>
              <a:rPr lang="en-US" dirty="0">
                <a:solidFill>
                  <a:schemeClr val="tx1"/>
                </a:solidFill>
              </a:rPr>
              <a:t> </a:t>
            </a:r>
            <a:r>
              <a:rPr lang="en-US" b="1" dirty="0">
                <a:solidFill>
                  <a:srgbClr val="FFC000"/>
                </a:solidFill>
              </a:rPr>
              <a:t>Bluetooth</a:t>
            </a:r>
            <a:r>
              <a:rPr lang="en-US" dirty="0">
                <a:solidFill>
                  <a:schemeClr val="tx1"/>
                </a:solidFill>
              </a:rPr>
              <a:t> </a:t>
            </a:r>
            <a:r>
              <a:rPr lang="en-US" dirty="0" err="1">
                <a:solidFill>
                  <a:schemeClr val="tx1"/>
                </a:solidFill>
              </a:rPr>
              <a:t>mediante</a:t>
            </a:r>
            <a:r>
              <a:rPr lang="en-US" dirty="0">
                <a:solidFill>
                  <a:schemeClr val="tx1"/>
                </a:solidFill>
              </a:rPr>
              <a:t> uno smartphone.</a:t>
            </a:r>
          </a:p>
          <a:p>
            <a:pPr marL="342900" indent="-228600">
              <a:lnSpc>
                <a:spcPct val="90000"/>
              </a:lnSpc>
              <a:spcAft>
                <a:spcPts val="600"/>
              </a:spcAft>
              <a:buFont typeface="Arial" panose="020B0604020202020204" pitchFamily="34" charset="0"/>
              <a:buChar char="•"/>
            </a:pPr>
            <a:endParaRPr lang="en-US" sz="1100" dirty="0">
              <a:solidFill>
                <a:schemeClr val="tx1"/>
              </a:solidFill>
            </a:endParaRPr>
          </a:p>
          <a:p>
            <a:pPr indent="-228600">
              <a:lnSpc>
                <a:spcPct val="90000"/>
              </a:lnSpc>
              <a:spcAft>
                <a:spcPts val="600"/>
              </a:spcAft>
              <a:buFont typeface="Arial" panose="020B0604020202020204" pitchFamily="34" charset="0"/>
              <a:buChar char="•"/>
            </a:pPr>
            <a:endParaRPr lang="en-US" sz="1100" dirty="0">
              <a:solidFill>
                <a:schemeClr val="tx1"/>
              </a:solidFill>
            </a:endParaRPr>
          </a:p>
        </p:txBody>
      </p:sp>
    </p:spTree>
    <p:extLst>
      <p:ext uri="{BB962C8B-B14F-4D97-AF65-F5344CB8AC3E}">
        <p14:creationId xmlns:p14="http://schemas.microsoft.com/office/powerpoint/2010/main" val="234833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ttangolo 17">
            <a:extLst>
              <a:ext uri="{FF2B5EF4-FFF2-40B4-BE49-F238E27FC236}">
                <a16:creationId xmlns:a16="http://schemas.microsoft.com/office/drawing/2014/main" id="{EA221B97-B512-A9DF-4B43-FF5E36B74943}"/>
              </a:ext>
            </a:extLst>
          </p:cNvPr>
          <p:cNvSpPr/>
          <p:nvPr/>
        </p:nvSpPr>
        <p:spPr>
          <a:xfrm>
            <a:off x="519442" y="219212"/>
            <a:ext cx="11243933" cy="809113"/>
          </a:xfrm>
          <a:prstGeom prst="rect">
            <a:avLst/>
          </a:prstGeom>
          <a:solidFill>
            <a:schemeClr val="tx1">
              <a:lumMod val="75000"/>
              <a:lumOff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CasellaDiTesto 3">
            <a:extLst>
              <a:ext uri="{FF2B5EF4-FFF2-40B4-BE49-F238E27FC236}">
                <a16:creationId xmlns:a16="http://schemas.microsoft.com/office/drawing/2014/main" id="{D4F91AAC-2652-23AB-0DDC-E9A9EB825B18}"/>
              </a:ext>
            </a:extLst>
          </p:cNvPr>
          <p:cNvSpPr txBox="1"/>
          <p:nvPr/>
        </p:nvSpPr>
        <p:spPr>
          <a:xfrm>
            <a:off x="4227512" y="329240"/>
            <a:ext cx="3736975" cy="523220"/>
          </a:xfrm>
          <a:prstGeom prst="rect">
            <a:avLst/>
          </a:prstGeom>
          <a:noFill/>
        </p:spPr>
        <p:txBody>
          <a:bodyPr wrap="square" rtlCol="0">
            <a:spAutoFit/>
          </a:bodyPr>
          <a:lstStyle/>
          <a:p>
            <a:r>
              <a:rPr lang="it-IT" sz="2800">
                <a:solidFill>
                  <a:schemeClr val="bg2"/>
                </a:solidFill>
              </a:rPr>
              <a:t>MATERIALE</a:t>
            </a:r>
            <a:r>
              <a:rPr lang="it-IT" sz="2800"/>
              <a:t> </a:t>
            </a:r>
            <a:r>
              <a:rPr lang="it-IT" sz="2800">
                <a:solidFill>
                  <a:schemeClr val="accent4"/>
                </a:solidFill>
              </a:rPr>
              <a:t>UTILIZZATO</a:t>
            </a:r>
            <a:endParaRPr lang="it-IT">
              <a:solidFill>
                <a:schemeClr val="accent4"/>
              </a:solidFill>
            </a:endParaRPr>
          </a:p>
        </p:txBody>
      </p:sp>
      <p:pic>
        <p:nvPicPr>
          <p:cNvPr id="5" name="Immagine 4">
            <a:extLst>
              <a:ext uri="{FF2B5EF4-FFF2-40B4-BE49-F238E27FC236}">
                <a16:creationId xmlns:a16="http://schemas.microsoft.com/office/drawing/2014/main" id="{143006FF-E957-E202-459B-A3C652479F2C}"/>
              </a:ext>
            </a:extLst>
          </p:cNvPr>
          <p:cNvPicPr>
            <a:picLocks noChangeAspect="1"/>
          </p:cNvPicPr>
          <p:nvPr/>
        </p:nvPicPr>
        <p:blipFill>
          <a:blip r:embed="rId2"/>
          <a:srcRect/>
          <a:stretch/>
        </p:blipFill>
        <p:spPr>
          <a:xfrm>
            <a:off x="7724344" y="1418477"/>
            <a:ext cx="521965" cy="1195198"/>
          </a:xfrm>
          <a:prstGeom prst="rect">
            <a:avLst/>
          </a:prstGeom>
        </p:spPr>
      </p:pic>
      <p:sp>
        <p:nvSpPr>
          <p:cNvPr id="6" name="CasellaDiTesto 5">
            <a:extLst>
              <a:ext uri="{FF2B5EF4-FFF2-40B4-BE49-F238E27FC236}">
                <a16:creationId xmlns:a16="http://schemas.microsoft.com/office/drawing/2014/main" id="{D4E4468B-4782-2643-AE2D-EC78FEE2950E}"/>
              </a:ext>
            </a:extLst>
          </p:cNvPr>
          <p:cNvSpPr txBox="1"/>
          <p:nvPr/>
        </p:nvSpPr>
        <p:spPr>
          <a:xfrm>
            <a:off x="8981928" y="4324779"/>
            <a:ext cx="2117511" cy="369332"/>
          </a:xfrm>
          <a:prstGeom prst="rect">
            <a:avLst/>
          </a:prstGeom>
          <a:noFill/>
        </p:spPr>
        <p:txBody>
          <a:bodyPr wrap="square" rtlCol="0">
            <a:spAutoFit/>
          </a:bodyPr>
          <a:lstStyle/>
          <a:p>
            <a:r>
              <a:rPr lang="it-IT"/>
              <a:t>Buzzer Piezoelettrico</a:t>
            </a:r>
          </a:p>
        </p:txBody>
      </p:sp>
      <p:pic>
        <p:nvPicPr>
          <p:cNvPr id="7" name="Immagine 6">
            <a:extLst>
              <a:ext uri="{FF2B5EF4-FFF2-40B4-BE49-F238E27FC236}">
                <a16:creationId xmlns:a16="http://schemas.microsoft.com/office/drawing/2014/main" id="{48523E48-8A2A-1469-13A4-3246F6001B50}"/>
              </a:ext>
            </a:extLst>
          </p:cNvPr>
          <p:cNvPicPr>
            <a:picLocks noChangeAspect="1"/>
          </p:cNvPicPr>
          <p:nvPr/>
        </p:nvPicPr>
        <p:blipFill rotWithShape="1">
          <a:blip r:embed="rId3"/>
          <a:srcRect t="4258" r="-4" b="23159"/>
          <a:stretch/>
        </p:blipFill>
        <p:spPr>
          <a:xfrm>
            <a:off x="2744414" y="3050821"/>
            <a:ext cx="1012235" cy="535167"/>
          </a:xfrm>
          <a:prstGeom prst="rect">
            <a:avLst/>
          </a:prstGeom>
        </p:spPr>
      </p:pic>
      <p:sp>
        <p:nvSpPr>
          <p:cNvPr id="8" name="CasellaDiTesto 7">
            <a:extLst>
              <a:ext uri="{FF2B5EF4-FFF2-40B4-BE49-F238E27FC236}">
                <a16:creationId xmlns:a16="http://schemas.microsoft.com/office/drawing/2014/main" id="{7811000F-BEBA-98D3-E920-4AF4D07BA830}"/>
              </a:ext>
            </a:extLst>
          </p:cNvPr>
          <p:cNvSpPr txBox="1"/>
          <p:nvPr/>
        </p:nvSpPr>
        <p:spPr>
          <a:xfrm>
            <a:off x="3997174" y="3133739"/>
            <a:ext cx="1850021" cy="369332"/>
          </a:xfrm>
          <a:prstGeom prst="rect">
            <a:avLst/>
          </a:prstGeom>
          <a:noFill/>
        </p:spPr>
        <p:txBody>
          <a:bodyPr wrap="square" rtlCol="0">
            <a:spAutoFit/>
          </a:bodyPr>
          <a:lstStyle/>
          <a:p>
            <a:r>
              <a:rPr lang="it-IT" dirty="0"/>
              <a:t>Resistore e LED </a:t>
            </a:r>
          </a:p>
        </p:txBody>
      </p:sp>
      <p:pic>
        <p:nvPicPr>
          <p:cNvPr id="9" name="Immagine 8" descr="Immagine che contiene testo, elettronico, circuito&#10;&#10;Descrizione generata automaticamente">
            <a:extLst>
              <a:ext uri="{FF2B5EF4-FFF2-40B4-BE49-F238E27FC236}">
                <a16:creationId xmlns:a16="http://schemas.microsoft.com/office/drawing/2014/main" id="{32F260C7-A52F-5BAA-C913-2CB1F0773730}"/>
              </a:ext>
            </a:extLst>
          </p:cNvPr>
          <p:cNvPicPr>
            <a:picLocks noChangeAspect="1"/>
          </p:cNvPicPr>
          <p:nvPr/>
        </p:nvPicPr>
        <p:blipFill rotWithShape="1">
          <a:blip r:embed="rId4"/>
          <a:srcRect l="7493" r="4488" b="9114"/>
          <a:stretch/>
        </p:blipFill>
        <p:spPr>
          <a:xfrm>
            <a:off x="1845592" y="1094393"/>
            <a:ext cx="1992606" cy="1543141"/>
          </a:xfrm>
          <a:prstGeom prst="rect">
            <a:avLst/>
          </a:prstGeom>
        </p:spPr>
      </p:pic>
      <p:pic>
        <p:nvPicPr>
          <p:cNvPr id="10" name="Immagine 9" descr="Immagine che contiene testo&#10;&#10;Descrizione generata automaticamente">
            <a:extLst>
              <a:ext uri="{FF2B5EF4-FFF2-40B4-BE49-F238E27FC236}">
                <a16:creationId xmlns:a16="http://schemas.microsoft.com/office/drawing/2014/main" id="{F856F55E-DF63-F9A1-FCAB-5649D8FDDFEC}"/>
              </a:ext>
            </a:extLst>
          </p:cNvPr>
          <p:cNvPicPr>
            <a:picLocks noChangeAspect="1"/>
          </p:cNvPicPr>
          <p:nvPr/>
        </p:nvPicPr>
        <p:blipFill rotWithShape="1">
          <a:blip r:embed="rId5"/>
          <a:srcRect r="47231"/>
          <a:stretch/>
        </p:blipFill>
        <p:spPr>
          <a:xfrm>
            <a:off x="7330535" y="2879917"/>
            <a:ext cx="1309582" cy="1098165"/>
          </a:xfrm>
          <a:prstGeom prst="rect">
            <a:avLst/>
          </a:prstGeom>
        </p:spPr>
      </p:pic>
      <p:sp>
        <p:nvSpPr>
          <p:cNvPr id="11" name="CasellaDiTesto 10">
            <a:extLst>
              <a:ext uri="{FF2B5EF4-FFF2-40B4-BE49-F238E27FC236}">
                <a16:creationId xmlns:a16="http://schemas.microsoft.com/office/drawing/2014/main" id="{28F1389A-4376-5F4C-FF97-0031D9FA4BDE}"/>
              </a:ext>
            </a:extLst>
          </p:cNvPr>
          <p:cNvSpPr txBox="1"/>
          <p:nvPr/>
        </p:nvSpPr>
        <p:spPr>
          <a:xfrm>
            <a:off x="8981928" y="3031934"/>
            <a:ext cx="2044784" cy="369332"/>
          </a:xfrm>
          <a:prstGeom prst="rect">
            <a:avLst/>
          </a:prstGeom>
          <a:noFill/>
        </p:spPr>
        <p:txBody>
          <a:bodyPr wrap="square" lIns="91440" tIns="45720" rIns="91440" bIns="45720" rtlCol="0" anchor="t">
            <a:spAutoFit/>
          </a:bodyPr>
          <a:lstStyle/>
          <a:p>
            <a:r>
              <a:rPr lang="it-IT"/>
              <a:t>Jumpers</a:t>
            </a:r>
            <a:endParaRPr lang="en-US"/>
          </a:p>
        </p:txBody>
      </p:sp>
      <p:sp>
        <p:nvSpPr>
          <p:cNvPr id="12" name="CasellaDiTesto 11">
            <a:extLst>
              <a:ext uri="{FF2B5EF4-FFF2-40B4-BE49-F238E27FC236}">
                <a16:creationId xmlns:a16="http://schemas.microsoft.com/office/drawing/2014/main" id="{2E541C84-65CD-55D0-5404-8C86632860DA}"/>
              </a:ext>
            </a:extLst>
          </p:cNvPr>
          <p:cNvSpPr txBox="1"/>
          <p:nvPr/>
        </p:nvSpPr>
        <p:spPr>
          <a:xfrm>
            <a:off x="3215652" y="1418477"/>
            <a:ext cx="2039774" cy="369332"/>
          </a:xfrm>
          <a:prstGeom prst="rect">
            <a:avLst/>
          </a:prstGeom>
          <a:noFill/>
        </p:spPr>
        <p:txBody>
          <a:bodyPr wrap="square" rtlCol="0">
            <a:spAutoFit/>
          </a:bodyPr>
          <a:lstStyle/>
          <a:p>
            <a:r>
              <a:rPr lang="it-IT" b="0" i="0">
                <a:solidFill>
                  <a:srgbClr val="74757C"/>
                </a:solidFill>
                <a:effectLst/>
                <a:latin typeface="Arial" panose="020B0604020202020204" pitchFamily="34" charset="0"/>
              </a:rPr>
              <a:t> </a:t>
            </a:r>
            <a:endParaRPr lang="it-IT"/>
          </a:p>
        </p:txBody>
      </p:sp>
      <p:sp>
        <p:nvSpPr>
          <p:cNvPr id="13" name="CasellaDiTesto 12">
            <a:extLst>
              <a:ext uri="{FF2B5EF4-FFF2-40B4-BE49-F238E27FC236}">
                <a16:creationId xmlns:a16="http://schemas.microsoft.com/office/drawing/2014/main" id="{F0751A33-B660-D0E6-9190-56412D79B60E}"/>
              </a:ext>
            </a:extLst>
          </p:cNvPr>
          <p:cNvSpPr txBox="1"/>
          <p:nvPr/>
        </p:nvSpPr>
        <p:spPr>
          <a:xfrm>
            <a:off x="4036693" y="1586025"/>
            <a:ext cx="2168996" cy="646331"/>
          </a:xfrm>
          <a:prstGeom prst="rect">
            <a:avLst/>
          </a:prstGeom>
          <a:noFill/>
        </p:spPr>
        <p:txBody>
          <a:bodyPr wrap="square" rtlCol="0">
            <a:spAutoFit/>
          </a:bodyPr>
          <a:lstStyle/>
          <a:p>
            <a:r>
              <a:rPr lang="it-IT" dirty="0"/>
              <a:t>Discovery Kit STM32F3DISCOVERY</a:t>
            </a:r>
          </a:p>
        </p:txBody>
      </p:sp>
      <p:pic>
        <p:nvPicPr>
          <p:cNvPr id="15" name="Immagine 14" descr="Immagine che contiene testo, dispositivo&#10;&#10;Descrizione generata automaticamente">
            <a:extLst>
              <a:ext uri="{FF2B5EF4-FFF2-40B4-BE49-F238E27FC236}">
                <a16:creationId xmlns:a16="http://schemas.microsoft.com/office/drawing/2014/main" id="{29CA7BD1-8C6D-39C5-A5C1-76BDD6BA0385}"/>
              </a:ext>
            </a:extLst>
          </p:cNvPr>
          <p:cNvPicPr>
            <a:picLocks noChangeAspect="1"/>
          </p:cNvPicPr>
          <p:nvPr/>
        </p:nvPicPr>
        <p:blipFill rotWithShape="1">
          <a:blip r:embed="rId6"/>
          <a:srcRect l="2647" t="1082" r="3232" b="-1082"/>
          <a:stretch/>
        </p:blipFill>
        <p:spPr>
          <a:xfrm>
            <a:off x="2082987" y="5047132"/>
            <a:ext cx="1564790" cy="1263491"/>
          </a:xfrm>
          <a:prstGeom prst="rect">
            <a:avLst/>
          </a:prstGeom>
        </p:spPr>
      </p:pic>
      <p:sp>
        <p:nvSpPr>
          <p:cNvPr id="19" name="CasellaDiTesto 18">
            <a:extLst>
              <a:ext uri="{FF2B5EF4-FFF2-40B4-BE49-F238E27FC236}">
                <a16:creationId xmlns:a16="http://schemas.microsoft.com/office/drawing/2014/main" id="{3AAF6C95-0BD0-9E5B-9CC0-2CA749C2CDDF}"/>
              </a:ext>
            </a:extLst>
          </p:cNvPr>
          <p:cNvSpPr txBox="1"/>
          <p:nvPr/>
        </p:nvSpPr>
        <p:spPr>
          <a:xfrm>
            <a:off x="4026100" y="5439523"/>
            <a:ext cx="1769774" cy="369332"/>
          </a:xfrm>
          <a:prstGeom prst="rect">
            <a:avLst/>
          </a:prstGeom>
          <a:noFill/>
        </p:spPr>
        <p:txBody>
          <a:bodyPr wrap="square" rtlCol="0">
            <a:spAutoFit/>
          </a:bodyPr>
          <a:lstStyle/>
          <a:p>
            <a:r>
              <a:rPr lang="it-IT" dirty="0"/>
              <a:t>Breadboard </a:t>
            </a:r>
          </a:p>
        </p:txBody>
      </p:sp>
      <p:sp>
        <p:nvSpPr>
          <p:cNvPr id="20" name="CasellaDiTesto 19">
            <a:extLst>
              <a:ext uri="{FF2B5EF4-FFF2-40B4-BE49-F238E27FC236}">
                <a16:creationId xmlns:a16="http://schemas.microsoft.com/office/drawing/2014/main" id="{648EE753-E335-582B-B0D0-245F53A4FF23}"/>
              </a:ext>
            </a:extLst>
          </p:cNvPr>
          <p:cNvSpPr txBox="1"/>
          <p:nvPr/>
        </p:nvSpPr>
        <p:spPr>
          <a:xfrm>
            <a:off x="8981928" y="1683063"/>
            <a:ext cx="2537448" cy="369332"/>
          </a:xfrm>
          <a:prstGeom prst="rect">
            <a:avLst/>
          </a:prstGeom>
          <a:noFill/>
        </p:spPr>
        <p:txBody>
          <a:bodyPr wrap="square" rtlCol="0">
            <a:spAutoFit/>
          </a:bodyPr>
          <a:lstStyle/>
          <a:p>
            <a:r>
              <a:rPr lang="it-IT" sz="1800"/>
              <a:t>Telefono Cellulare</a:t>
            </a:r>
          </a:p>
        </p:txBody>
      </p:sp>
      <p:sp>
        <p:nvSpPr>
          <p:cNvPr id="22" name="Triangolo isoscele 21">
            <a:extLst>
              <a:ext uri="{FF2B5EF4-FFF2-40B4-BE49-F238E27FC236}">
                <a16:creationId xmlns:a16="http://schemas.microsoft.com/office/drawing/2014/main" id="{D3DADA70-0EC4-8CFC-D5BD-A930244EF16B}"/>
              </a:ext>
            </a:extLst>
          </p:cNvPr>
          <p:cNvSpPr/>
          <p:nvPr/>
        </p:nvSpPr>
        <p:spPr>
          <a:xfrm rot="5400000">
            <a:off x="1229902" y="1826513"/>
            <a:ext cx="323167" cy="285086"/>
          </a:xfrm>
          <a:prstGeom prst="triangle">
            <a:avLst/>
          </a:prstGeom>
          <a:solidFill>
            <a:schemeClr val="tx1">
              <a:lumMod val="75000"/>
              <a:lumOff val="2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Triangolo isoscele 22">
            <a:extLst>
              <a:ext uri="{FF2B5EF4-FFF2-40B4-BE49-F238E27FC236}">
                <a16:creationId xmlns:a16="http://schemas.microsoft.com/office/drawing/2014/main" id="{48C688C4-ACF3-3032-825E-18FE1F8D269A}"/>
              </a:ext>
            </a:extLst>
          </p:cNvPr>
          <p:cNvSpPr/>
          <p:nvPr/>
        </p:nvSpPr>
        <p:spPr>
          <a:xfrm rot="5400000">
            <a:off x="1229899" y="3175863"/>
            <a:ext cx="323170" cy="285089"/>
          </a:xfrm>
          <a:prstGeom prst="triangle">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Triangolo isoscele 24">
            <a:extLst>
              <a:ext uri="{FF2B5EF4-FFF2-40B4-BE49-F238E27FC236}">
                <a16:creationId xmlns:a16="http://schemas.microsoft.com/office/drawing/2014/main" id="{BAEC6090-80AE-151D-1562-DA5000A75742}"/>
              </a:ext>
            </a:extLst>
          </p:cNvPr>
          <p:cNvSpPr/>
          <p:nvPr/>
        </p:nvSpPr>
        <p:spPr>
          <a:xfrm rot="5400000">
            <a:off x="6808687" y="1826509"/>
            <a:ext cx="323170" cy="285089"/>
          </a:xfrm>
          <a:prstGeom prst="triangle">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Triangolo isoscele 25">
            <a:extLst>
              <a:ext uri="{FF2B5EF4-FFF2-40B4-BE49-F238E27FC236}">
                <a16:creationId xmlns:a16="http://schemas.microsoft.com/office/drawing/2014/main" id="{A85FE63E-8CBD-2E38-5C93-F6AC8254D9B8}"/>
              </a:ext>
            </a:extLst>
          </p:cNvPr>
          <p:cNvSpPr/>
          <p:nvPr/>
        </p:nvSpPr>
        <p:spPr>
          <a:xfrm rot="5400000">
            <a:off x="6808686" y="3175862"/>
            <a:ext cx="323170" cy="285089"/>
          </a:xfrm>
          <a:prstGeom prst="triangle">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Triangolo isoscele 26">
            <a:extLst>
              <a:ext uri="{FF2B5EF4-FFF2-40B4-BE49-F238E27FC236}">
                <a16:creationId xmlns:a16="http://schemas.microsoft.com/office/drawing/2014/main" id="{94BFC671-CA5A-044D-E22E-3B00AB53AB3D}"/>
              </a:ext>
            </a:extLst>
          </p:cNvPr>
          <p:cNvSpPr/>
          <p:nvPr/>
        </p:nvSpPr>
        <p:spPr>
          <a:xfrm rot="5400000">
            <a:off x="6808685" y="4420629"/>
            <a:ext cx="323170" cy="285089"/>
          </a:xfrm>
          <a:prstGeom prst="triangle">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8" name="Triangolo isoscele 27">
            <a:extLst>
              <a:ext uri="{FF2B5EF4-FFF2-40B4-BE49-F238E27FC236}">
                <a16:creationId xmlns:a16="http://schemas.microsoft.com/office/drawing/2014/main" id="{0081737A-6434-51D5-8E25-0F7FFFE7D4D1}"/>
              </a:ext>
            </a:extLst>
          </p:cNvPr>
          <p:cNvSpPr/>
          <p:nvPr/>
        </p:nvSpPr>
        <p:spPr>
          <a:xfrm rot="5400000">
            <a:off x="1229898" y="4389982"/>
            <a:ext cx="323170" cy="285089"/>
          </a:xfrm>
          <a:prstGeom prst="triangle">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Triangolo isoscele 28">
            <a:extLst>
              <a:ext uri="{FF2B5EF4-FFF2-40B4-BE49-F238E27FC236}">
                <a16:creationId xmlns:a16="http://schemas.microsoft.com/office/drawing/2014/main" id="{42D0A4B7-AC3B-DC83-4D6A-744970A4DF4E}"/>
              </a:ext>
            </a:extLst>
          </p:cNvPr>
          <p:cNvSpPr/>
          <p:nvPr/>
        </p:nvSpPr>
        <p:spPr>
          <a:xfrm rot="5400000">
            <a:off x="6808406" y="5532827"/>
            <a:ext cx="323170" cy="285089"/>
          </a:xfrm>
          <a:prstGeom prst="triangle">
            <a:avLst/>
          </a:prstGeom>
          <a:solidFill>
            <a:schemeClr val="tx1">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26" name="Picture 2">
            <a:extLst>
              <a:ext uri="{FF2B5EF4-FFF2-40B4-BE49-F238E27FC236}">
                <a16:creationId xmlns:a16="http://schemas.microsoft.com/office/drawing/2014/main" id="{180FAE7C-1637-0974-FABB-AA6242780317}"/>
              </a:ext>
            </a:extLst>
          </p:cNvPr>
          <p:cNvPicPr>
            <a:picLocks noChangeAspect="1" noChangeArrowheads="1"/>
          </p:cNvPicPr>
          <p:nvPr/>
        </p:nvPicPr>
        <p:blipFill>
          <a:blip r:embed="rId7"/>
          <a:srcRect t="20123" b="20123"/>
          <a:stretch/>
        </p:blipFill>
        <p:spPr bwMode="auto">
          <a:xfrm>
            <a:off x="7405907" y="5439523"/>
            <a:ext cx="1158838" cy="692441"/>
          </a:xfrm>
          <a:prstGeom prst="rect">
            <a:avLst/>
          </a:prstGeom>
          <a:noFill/>
          <a:extLst>
            <a:ext uri="{909E8E84-426E-40DD-AFC4-6F175D3DCCD1}">
              <a14:hiddenFill xmlns:a14="http://schemas.microsoft.com/office/drawing/2010/main">
                <a:solidFill>
                  <a:srgbClr val="FFFFFF"/>
                </a:solidFill>
              </a14:hiddenFill>
            </a:ext>
          </a:extLst>
        </p:spPr>
      </p:pic>
      <p:sp>
        <p:nvSpPr>
          <p:cNvPr id="31" name="CasellaDiTesto 30">
            <a:extLst>
              <a:ext uri="{FF2B5EF4-FFF2-40B4-BE49-F238E27FC236}">
                <a16:creationId xmlns:a16="http://schemas.microsoft.com/office/drawing/2014/main" id="{963C6179-B128-6F03-F174-2537180CAC03}"/>
              </a:ext>
            </a:extLst>
          </p:cNvPr>
          <p:cNvSpPr txBox="1"/>
          <p:nvPr/>
        </p:nvSpPr>
        <p:spPr>
          <a:xfrm>
            <a:off x="8981928" y="5482535"/>
            <a:ext cx="1828211" cy="369332"/>
          </a:xfrm>
          <a:prstGeom prst="rect">
            <a:avLst/>
          </a:prstGeom>
          <a:noFill/>
        </p:spPr>
        <p:txBody>
          <a:bodyPr wrap="square" rtlCol="0">
            <a:spAutoFit/>
          </a:bodyPr>
          <a:lstStyle/>
          <a:p>
            <a:r>
              <a:rPr lang="it-IT"/>
              <a:t>PC</a:t>
            </a:r>
          </a:p>
        </p:txBody>
      </p:sp>
      <p:pic>
        <p:nvPicPr>
          <p:cNvPr id="1024" name="Immagine 1023" descr="Immagine che contiene cerchio, arte&#10;&#10;Descrizione generata automaticamente">
            <a:extLst>
              <a:ext uri="{FF2B5EF4-FFF2-40B4-BE49-F238E27FC236}">
                <a16:creationId xmlns:a16="http://schemas.microsoft.com/office/drawing/2014/main" id="{C9821658-190E-D52F-964D-6997ACE5F527}"/>
              </a:ext>
            </a:extLst>
          </p:cNvPr>
          <p:cNvPicPr>
            <a:picLocks noChangeAspect="1"/>
          </p:cNvPicPr>
          <p:nvPr/>
        </p:nvPicPr>
        <p:blipFill>
          <a:blip r:embed="rId8"/>
          <a:stretch>
            <a:fillRect/>
          </a:stretch>
        </p:blipFill>
        <p:spPr>
          <a:xfrm rot="9833565" flipV="1">
            <a:off x="7455769" y="4104485"/>
            <a:ext cx="1087012" cy="1087012"/>
          </a:xfrm>
          <a:prstGeom prst="rect">
            <a:avLst/>
          </a:prstGeom>
        </p:spPr>
      </p:pic>
      <p:pic>
        <p:nvPicPr>
          <p:cNvPr id="2" name="Immagine 1" descr="Immagine che contiene spillo&#10;&#10;Descrizione generata automaticamente">
            <a:extLst>
              <a:ext uri="{FF2B5EF4-FFF2-40B4-BE49-F238E27FC236}">
                <a16:creationId xmlns:a16="http://schemas.microsoft.com/office/drawing/2014/main" id="{949BF4FD-9C1E-1B83-1F1D-323379653A74}"/>
              </a:ext>
            </a:extLst>
          </p:cNvPr>
          <p:cNvPicPr>
            <a:picLocks noChangeAspect="1"/>
          </p:cNvPicPr>
          <p:nvPr/>
        </p:nvPicPr>
        <p:blipFill rotWithShape="1">
          <a:blip r:embed="rId9"/>
          <a:srcRect r="-1" b="-1"/>
          <a:stretch/>
        </p:blipFill>
        <p:spPr>
          <a:xfrm>
            <a:off x="1944433" y="2984138"/>
            <a:ext cx="799981" cy="799981"/>
          </a:xfrm>
          <a:prstGeom prst="rect">
            <a:avLst/>
          </a:prstGeom>
        </p:spPr>
      </p:pic>
      <p:sp>
        <p:nvSpPr>
          <p:cNvPr id="3" name="Triangolo isoscele 2">
            <a:extLst>
              <a:ext uri="{FF2B5EF4-FFF2-40B4-BE49-F238E27FC236}">
                <a16:creationId xmlns:a16="http://schemas.microsoft.com/office/drawing/2014/main" id="{FB4A917A-8E13-0DCA-FFC6-FCE491A64001}"/>
              </a:ext>
            </a:extLst>
          </p:cNvPr>
          <p:cNvSpPr/>
          <p:nvPr/>
        </p:nvSpPr>
        <p:spPr>
          <a:xfrm rot="5400000">
            <a:off x="1262061" y="5501576"/>
            <a:ext cx="323167" cy="285086"/>
          </a:xfrm>
          <a:prstGeom prst="triangle">
            <a:avLst/>
          </a:prstGeom>
          <a:solidFill>
            <a:schemeClr val="tx1">
              <a:lumMod val="75000"/>
              <a:lumOff val="2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4" name="Picture 6">
            <a:extLst>
              <a:ext uri="{FF2B5EF4-FFF2-40B4-BE49-F238E27FC236}">
                <a16:creationId xmlns:a16="http://schemas.microsoft.com/office/drawing/2014/main" id="{3D89A5F9-C066-FDE2-E3FD-63E665B858BF}"/>
              </a:ext>
            </a:extLst>
          </p:cNvPr>
          <p:cNvPicPr>
            <a:picLocks noChangeAspect="1"/>
          </p:cNvPicPr>
          <p:nvPr/>
        </p:nvPicPr>
        <p:blipFill rotWithShape="1">
          <a:blip r:embed="rId10"/>
          <a:srcRect r="48373"/>
          <a:stretch/>
        </p:blipFill>
        <p:spPr>
          <a:xfrm>
            <a:off x="1883816" y="4128764"/>
            <a:ext cx="1564790" cy="754260"/>
          </a:xfrm>
          <a:prstGeom prst="rect">
            <a:avLst/>
          </a:prstGeom>
        </p:spPr>
      </p:pic>
      <p:sp>
        <p:nvSpPr>
          <p:cNvPr id="17" name="CasellaDiTesto 16">
            <a:extLst>
              <a:ext uri="{FF2B5EF4-FFF2-40B4-BE49-F238E27FC236}">
                <a16:creationId xmlns:a16="http://schemas.microsoft.com/office/drawing/2014/main" id="{23129E31-C542-E740-D9CD-B8EC99E54F13}"/>
              </a:ext>
            </a:extLst>
          </p:cNvPr>
          <p:cNvSpPr txBox="1"/>
          <p:nvPr/>
        </p:nvSpPr>
        <p:spPr>
          <a:xfrm>
            <a:off x="3957180" y="4070861"/>
            <a:ext cx="2147828" cy="923330"/>
          </a:xfrm>
          <a:prstGeom prst="rect">
            <a:avLst/>
          </a:prstGeom>
          <a:noFill/>
        </p:spPr>
        <p:txBody>
          <a:bodyPr wrap="square">
            <a:spAutoFit/>
          </a:bodyPr>
          <a:lstStyle/>
          <a:p>
            <a:r>
              <a:rPr lang="it-IT" dirty="0"/>
              <a:t>Modulo ricetrasmettitore Bluetooth</a:t>
            </a:r>
          </a:p>
        </p:txBody>
      </p:sp>
    </p:spTree>
    <p:extLst>
      <p:ext uri="{BB962C8B-B14F-4D97-AF65-F5344CB8AC3E}">
        <p14:creationId xmlns:p14="http://schemas.microsoft.com/office/powerpoint/2010/main" val="170970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olo 1">
            <a:extLst>
              <a:ext uri="{FF2B5EF4-FFF2-40B4-BE49-F238E27FC236}">
                <a16:creationId xmlns:a16="http://schemas.microsoft.com/office/drawing/2014/main" id="{22E38589-EFC1-3ED0-4677-68F054A96D0E}"/>
              </a:ext>
            </a:extLst>
          </p:cNvPr>
          <p:cNvSpPr>
            <a:spLocks noGrp="1"/>
          </p:cNvSpPr>
          <p:nvPr>
            <p:ph type="title"/>
          </p:nvPr>
        </p:nvSpPr>
        <p:spPr>
          <a:xfrm>
            <a:off x="2349973" y="49739"/>
            <a:ext cx="6539836" cy="1325563"/>
          </a:xfrm>
        </p:spPr>
        <p:txBody>
          <a:bodyPr vert="horz" lIns="91440" tIns="45720" rIns="91440" bIns="45720" rtlCol="0" anchor="ctr">
            <a:normAutofit/>
          </a:bodyPr>
          <a:lstStyle/>
          <a:p>
            <a:r>
              <a:rPr lang="en-US" b="1" kern="1200" dirty="0" err="1">
                <a:solidFill>
                  <a:schemeClr val="tx1"/>
                </a:solidFill>
                <a:latin typeface="+mj-lt"/>
                <a:ea typeface="+mj-ea"/>
                <a:cs typeface="+mj-cs"/>
              </a:rPr>
              <a:t>Descrizione</a:t>
            </a:r>
            <a:r>
              <a:rPr lang="en-US" b="1" kern="1200" dirty="0">
                <a:solidFill>
                  <a:schemeClr val="tx1"/>
                </a:solidFill>
                <a:latin typeface="+mj-lt"/>
                <a:ea typeface="+mj-ea"/>
                <a:cs typeface="+mj-cs"/>
              </a:rPr>
              <a:t> </a:t>
            </a:r>
            <a:r>
              <a:rPr lang="en-US" b="1" kern="1200" dirty="0" err="1">
                <a:solidFill>
                  <a:schemeClr val="tx1"/>
                </a:solidFill>
                <a:latin typeface="+mj-lt"/>
                <a:ea typeface="+mj-ea"/>
                <a:cs typeface="+mj-cs"/>
              </a:rPr>
              <a:t>dell’</a:t>
            </a:r>
            <a:r>
              <a:rPr lang="en-US" b="1" kern="1200" dirty="0" err="1">
                <a:solidFill>
                  <a:schemeClr val="accent4"/>
                </a:solidFill>
                <a:latin typeface="+mj-lt"/>
                <a:ea typeface="+mj-ea"/>
                <a:cs typeface="+mj-cs"/>
              </a:rPr>
              <a:t>architettura</a:t>
            </a:r>
            <a:endParaRPr lang="en-US" b="1" kern="1200" dirty="0">
              <a:solidFill>
                <a:schemeClr val="accent4"/>
              </a:solidFill>
              <a:latin typeface="+mj-lt"/>
              <a:ea typeface="+mj-ea"/>
              <a:cs typeface="+mj-cs"/>
            </a:endParaRPr>
          </a:p>
        </p:txBody>
      </p:sp>
      <p:sp>
        <p:nvSpPr>
          <p:cNvPr id="8" name="Freccia bidirezionale orizzontale 7">
            <a:extLst>
              <a:ext uri="{FF2B5EF4-FFF2-40B4-BE49-F238E27FC236}">
                <a16:creationId xmlns:a16="http://schemas.microsoft.com/office/drawing/2014/main" id="{63A2E853-BE29-3EC7-F700-B7310CE396FB}"/>
              </a:ext>
            </a:extLst>
          </p:cNvPr>
          <p:cNvSpPr/>
          <p:nvPr/>
        </p:nvSpPr>
        <p:spPr>
          <a:xfrm>
            <a:off x="1670670" y="2782529"/>
            <a:ext cx="7994528" cy="725129"/>
          </a:xfrm>
          <a:prstGeom prst="lef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1" name="Connettore diritto 10">
            <a:extLst>
              <a:ext uri="{FF2B5EF4-FFF2-40B4-BE49-F238E27FC236}">
                <a16:creationId xmlns:a16="http://schemas.microsoft.com/office/drawing/2014/main" id="{6B20EA08-C225-6BAF-D09E-424521F56A7A}"/>
              </a:ext>
            </a:extLst>
          </p:cNvPr>
          <p:cNvCxnSpPr/>
          <p:nvPr/>
        </p:nvCxnSpPr>
        <p:spPr>
          <a:xfrm flipV="1">
            <a:off x="3974592" y="2133600"/>
            <a:ext cx="0" cy="835152"/>
          </a:xfrm>
          <a:prstGeom prst="line">
            <a:avLst/>
          </a:prstGeom>
        </p:spPr>
        <p:style>
          <a:lnRef idx="2">
            <a:schemeClr val="dk1"/>
          </a:lnRef>
          <a:fillRef idx="0">
            <a:schemeClr val="dk1"/>
          </a:fillRef>
          <a:effectRef idx="1">
            <a:schemeClr val="dk1"/>
          </a:effectRef>
          <a:fontRef idx="minor">
            <a:schemeClr val="tx1"/>
          </a:fontRef>
        </p:style>
      </p:cxnSp>
      <p:cxnSp>
        <p:nvCxnSpPr>
          <p:cNvPr id="23" name="Connettore diritto 22">
            <a:extLst>
              <a:ext uri="{FF2B5EF4-FFF2-40B4-BE49-F238E27FC236}">
                <a16:creationId xmlns:a16="http://schemas.microsoft.com/office/drawing/2014/main" id="{3FA44CF6-4A89-45F6-FB16-F7E3EA21BA21}"/>
              </a:ext>
            </a:extLst>
          </p:cNvPr>
          <p:cNvCxnSpPr/>
          <p:nvPr/>
        </p:nvCxnSpPr>
        <p:spPr>
          <a:xfrm flipV="1">
            <a:off x="7136892" y="2133600"/>
            <a:ext cx="0" cy="835152"/>
          </a:xfrm>
          <a:prstGeom prst="line">
            <a:avLst/>
          </a:prstGeom>
        </p:spPr>
        <p:style>
          <a:lnRef idx="2">
            <a:schemeClr val="dk1"/>
          </a:lnRef>
          <a:fillRef idx="0">
            <a:schemeClr val="dk1"/>
          </a:fillRef>
          <a:effectRef idx="1">
            <a:schemeClr val="dk1"/>
          </a:effectRef>
          <a:fontRef idx="minor">
            <a:schemeClr val="tx1"/>
          </a:fontRef>
        </p:style>
      </p:cxnSp>
      <p:sp>
        <p:nvSpPr>
          <p:cNvPr id="24" name="Rettangolo con angoli arrotondati 23">
            <a:extLst>
              <a:ext uri="{FF2B5EF4-FFF2-40B4-BE49-F238E27FC236}">
                <a16:creationId xmlns:a16="http://schemas.microsoft.com/office/drawing/2014/main" id="{AADBB7BF-650B-A316-F634-05666BFEB1BE}"/>
              </a:ext>
            </a:extLst>
          </p:cNvPr>
          <p:cNvSpPr/>
          <p:nvPr/>
        </p:nvSpPr>
        <p:spPr>
          <a:xfrm>
            <a:off x="2481418" y="4183094"/>
            <a:ext cx="1447800" cy="8351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Rettangolo con angoli arrotondati 24">
            <a:extLst>
              <a:ext uri="{FF2B5EF4-FFF2-40B4-BE49-F238E27FC236}">
                <a16:creationId xmlns:a16="http://schemas.microsoft.com/office/drawing/2014/main" id="{8C211B6F-2F33-7856-33FA-CABE34DF3D3D}"/>
              </a:ext>
            </a:extLst>
          </p:cNvPr>
          <p:cNvSpPr/>
          <p:nvPr/>
        </p:nvSpPr>
        <p:spPr>
          <a:xfrm>
            <a:off x="6430716" y="1408471"/>
            <a:ext cx="1447800" cy="8351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Rettangolo con angoli arrotondati 25">
            <a:extLst>
              <a:ext uri="{FF2B5EF4-FFF2-40B4-BE49-F238E27FC236}">
                <a16:creationId xmlns:a16="http://schemas.microsoft.com/office/drawing/2014/main" id="{561E5242-76C8-F94F-9FDA-9CB6E7E8C64F}"/>
              </a:ext>
            </a:extLst>
          </p:cNvPr>
          <p:cNvSpPr/>
          <p:nvPr/>
        </p:nvSpPr>
        <p:spPr>
          <a:xfrm>
            <a:off x="3250692" y="1408471"/>
            <a:ext cx="1447800" cy="8351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Rettangolo con angoli arrotondati 26">
            <a:extLst>
              <a:ext uri="{FF2B5EF4-FFF2-40B4-BE49-F238E27FC236}">
                <a16:creationId xmlns:a16="http://schemas.microsoft.com/office/drawing/2014/main" id="{8905EEEE-0E58-022F-8648-C398E47C8187}"/>
              </a:ext>
            </a:extLst>
          </p:cNvPr>
          <p:cNvSpPr/>
          <p:nvPr/>
        </p:nvSpPr>
        <p:spPr>
          <a:xfrm>
            <a:off x="4831841" y="4174053"/>
            <a:ext cx="1447800" cy="8351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8" name="Rettangolo con angoli arrotondati 27">
            <a:extLst>
              <a:ext uri="{FF2B5EF4-FFF2-40B4-BE49-F238E27FC236}">
                <a16:creationId xmlns:a16="http://schemas.microsoft.com/office/drawing/2014/main" id="{B400A209-E15C-E1A5-A2E3-7920F067B800}"/>
              </a:ext>
            </a:extLst>
          </p:cNvPr>
          <p:cNvSpPr/>
          <p:nvPr/>
        </p:nvSpPr>
        <p:spPr>
          <a:xfrm>
            <a:off x="7182362" y="4183094"/>
            <a:ext cx="1447800" cy="8351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9" name="Connettore diritto 28">
            <a:extLst>
              <a:ext uri="{FF2B5EF4-FFF2-40B4-BE49-F238E27FC236}">
                <a16:creationId xmlns:a16="http://schemas.microsoft.com/office/drawing/2014/main" id="{3C0F6F27-C3AB-702B-8736-4158752F5EB4}"/>
              </a:ext>
            </a:extLst>
          </p:cNvPr>
          <p:cNvCxnSpPr/>
          <p:nvPr/>
        </p:nvCxnSpPr>
        <p:spPr>
          <a:xfrm flipV="1">
            <a:off x="3205219" y="3338901"/>
            <a:ext cx="0" cy="835152"/>
          </a:xfrm>
          <a:prstGeom prst="line">
            <a:avLst/>
          </a:prstGeom>
        </p:spPr>
        <p:style>
          <a:lnRef idx="2">
            <a:schemeClr val="dk1"/>
          </a:lnRef>
          <a:fillRef idx="0">
            <a:schemeClr val="dk1"/>
          </a:fillRef>
          <a:effectRef idx="1">
            <a:schemeClr val="dk1"/>
          </a:effectRef>
          <a:fontRef idx="minor">
            <a:schemeClr val="tx1"/>
          </a:fontRef>
        </p:style>
      </p:cxnSp>
      <p:cxnSp>
        <p:nvCxnSpPr>
          <p:cNvPr id="30" name="Connettore diritto 29">
            <a:extLst>
              <a:ext uri="{FF2B5EF4-FFF2-40B4-BE49-F238E27FC236}">
                <a16:creationId xmlns:a16="http://schemas.microsoft.com/office/drawing/2014/main" id="{CA7C55CA-FDFB-1822-9F64-B4090819318E}"/>
              </a:ext>
            </a:extLst>
          </p:cNvPr>
          <p:cNvCxnSpPr/>
          <p:nvPr/>
        </p:nvCxnSpPr>
        <p:spPr>
          <a:xfrm flipV="1">
            <a:off x="5555741" y="3338901"/>
            <a:ext cx="0" cy="835152"/>
          </a:xfrm>
          <a:prstGeom prst="line">
            <a:avLst/>
          </a:prstGeom>
        </p:spPr>
        <p:style>
          <a:lnRef idx="2">
            <a:schemeClr val="dk1"/>
          </a:lnRef>
          <a:fillRef idx="0">
            <a:schemeClr val="dk1"/>
          </a:fillRef>
          <a:effectRef idx="1">
            <a:schemeClr val="dk1"/>
          </a:effectRef>
          <a:fontRef idx="minor">
            <a:schemeClr val="tx1"/>
          </a:fontRef>
        </p:style>
      </p:cxnSp>
      <p:cxnSp>
        <p:nvCxnSpPr>
          <p:cNvPr id="31" name="Connettore diritto 30">
            <a:extLst>
              <a:ext uri="{FF2B5EF4-FFF2-40B4-BE49-F238E27FC236}">
                <a16:creationId xmlns:a16="http://schemas.microsoft.com/office/drawing/2014/main" id="{686C0F99-A45B-561A-7821-731A650EDA03}"/>
              </a:ext>
            </a:extLst>
          </p:cNvPr>
          <p:cNvCxnSpPr/>
          <p:nvPr/>
        </p:nvCxnSpPr>
        <p:spPr>
          <a:xfrm flipV="1">
            <a:off x="7906262" y="3338901"/>
            <a:ext cx="0" cy="835152"/>
          </a:xfrm>
          <a:prstGeom prst="line">
            <a:avLst/>
          </a:prstGeom>
        </p:spPr>
        <p:style>
          <a:lnRef idx="2">
            <a:schemeClr val="dk1"/>
          </a:lnRef>
          <a:fillRef idx="0">
            <a:schemeClr val="dk1"/>
          </a:fillRef>
          <a:effectRef idx="1">
            <a:schemeClr val="dk1"/>
          </a:effectRef>
          <a:fontRef idx="minor">
            <a:schemeClr val="tx1"/>
          </a:fontRef>
        </p:style>
      </p:cxnSp>
      <p:sp>
        <p:nvSpPr>
          <p:cNvPr id="32" name="CasellaDiTesto 31">
            <a:extLst>
              <a:ext uri="{FF2B5EF4-FFF2-40B4-BE49-F238E27FC236}">
                <a16:creationId xmlns:a16="http://schemas.microsoft.com/office/drawing/2014/main" id="{6B0B6BD1-E4B2-5A8A-C0A2-C25707B7F235}"/>
              </a:ext>
            </a:extLst>
          </p:cNvPr>
          <p:cNvSpPr txBox="1"/>
          <p:nvPr/>
        </p:nvSpPr>
        <p:spPr>
          <a:xfrm>
            <a:off x="5249424" y="2945038"/>
            <a:ext cx="2682996" cy="400110"/>
          </a:xfrm>
          <a:prstGeom prst="rect">
            <a:avLst/>
          </a:prstGeom>
          <a:noFill/>
        </p:spPr>
        <p:txBody>
          <a:bodyPr wrap="square" rtlCol="0">
            <a:spAutoFit/>
          </a:bodyPr>
          <a:lstStyle/>
          <a:p>
            <a:r>
              <a:rPr lang="it-IT" sz="2000" b="1"/>
              <a:t>BUS</a:t>
            </a:r>
          </a:p>
        </p:txBody>
      </p:sp>
      <p:sp>
        <p:nvSpPr>
          <p:cNvPr id="33" name="CasellaDiTesto 32">
            <a:extLst>
              <a:ext uri="{FF2B5EF4-FFF2-40B4-BE49-F238E27FC236}">
                <a16:creationId xmlns:a16="http://schemas.microsoft.com/office/drawing/2014/main" id="{C2C1D4A6-0D4E-7121-4A5D-5030E9B6012D}"/>
              </a:ext>
            </a:extLst>
          </p:cNvPr>
          <p:cNvSpPr txBox="1"/>
          <p:nvPr/>
        </p:nvSpPr>
        <p:spPr>
          <a:xfrm>
            <a:off x="3648460" y="1625992"/>
            <a:ext cx="891532" cy="400110"/>
          </a:xfrm>
          <a:prstGeom prst="rect">
            <a:avLst/>
          </a:prstGeom>
          <a:noFill/>
        </p:spPr>
        <p:txBody>
          <a:bodyPr wrap="square" rtlCol="0">
            <a:spAutoFit/>
          </a:bodyPr>
          <a:lstStyle/>
          <a:p>
            <a:r>
              <a:rPr lang="it-IT" sz="2000" b="1" dirty="0"/>
              <a:t>CPU</a:t>
            </a:r>
            <a:endParaRPr lang="it-IT" b="1" dirty="0"/>
          </a:p>
        </p:txBody>
      </p:sp>
      <p:sp>
        <p:nvSpPr>
          <p:cNvPr id="34" name="CasellaDiTesto 33">
            <a:extLst>
              <a:ext uri="{FF2B5EF4-FFF2-40B4-BE49-F238E27FC236}">
                <a16:creationId xmlns:a16="http://schemas.microsoft.com/office/drawing/2014/main" id="{36B693B4-345D-DFC1-0704-CE9EA4483FA1}"/>
              </a:ext>
            </a:extLst>
          </p:cNvPr>
          <p:cNvSpPr txBox="1"/>
          <p:nvPr/>
        </p:nvSpPr>
        <p:spPr>
          <a:xfrm>
            <a:off x="6590922" y="1625992"/>
            <a:ext cx="1296919" cy="400110"/>
          </a:xfrm>
          <a:prstGeom prst="rect">
            <a:avLst/>
          </a:prstGeom>
          <a:noFill/>
        </p:spPr>
        <p:txBody>
          <a:bodyPr wrap="square" rtlCol="0">
            <a:spAutoFit/>
          </a:bodyPr>
          <a:lstStyle/>
          <a:p>
            <a:r>
              <a:rPr lang="it-IT" sz="2000" b="1"/>
              <a:t>Memoria</a:t>
            </a:r>
            <a:endParaRPr lang="it-IT" b="1"/>
          </a:p>
        </p:txBody>
      </p:sp>
      <p:sp>
        <p:nvSpPr>
          <p:cNvPr id="35" name="CasellaDiTesto 34">
            <a:extLst>
              <a:ext uri="{FF2B5EF4-FFF2-40B4-BE49-F238E27FC236}">
                <a16:creationId xmlns:a16="http://schemas.microsoft.com/office/drawing/2014/main" id="{16BF170C-5AF1-0D8A-BBB9-EC1288F66D6E}"/>
              </a:ext>
            </a:extLst>
          </p:cNvPr>
          <p:cNvSpPr txBox="1"/>
          <p:nvPr/>
        </p:nvSpPr>
        <p:spPr>
          <a:xfrm>
            <a:off x="2835961" y="4391574"/>
            <a:ext cx="1800749" cy="400110"/>
          </a:xfrm>
          <a:prstGeom prst="rect">
            <a:avLst/>
          </a:prstGeom>
          <a:noFill/>
        </p:spPr>
        <p:txBody>
          <a:bodyPr wrap="square" rtlCol="0">
            <a:spAutoFit/>
          </a:bodyPr>
          <a:lstStyle/>
          <a:p>
            <a:r>
              <a:rPr lang="it-IT" sz="2000" b="1" dirty="0"/>
              <a:t>GPIO</a:t>
            </a:r>
          </a:p>
        </p:txBody>
      </p:sp>
      <p:sp>
        <p:nvSpPr>
          <p:cNvPr id="36" name="CasellaDiTesto 35">
            <a:extLst>
              <a:ext uri="{FF2B5EF4-FFF2-40B4-BE49-F238E27FC236}">
                <a16:creationId xmlns:a16="http://schemas.microsoft.com/office/drawing/2014/main" id="{ACF71186-AA6E-6981-4B76-810EA613D635}"/>
              </a:ext>
            </a:extLst>
          </p:cNvPr>
          <p:cNvSpPr txBox="1"/>
          <p:nvPr/>
        </p:nvSpPr>
        <p:spPr>
          <a:xfrm>
            <a:off x="7555787" y="4391574"/>
            <a:ext cx="1988812" cy="400110"/>
          </a:xfrm>
          <a:prstGeom prst="rect">
            <a:avLst/>
          </a:prstGeom>
          <a:noFill/>
        </p:spPr>
        <p:txBody>
          <a:bodyPr wrap="square" rtlCol="0">
            <a:spAutoFit/>
          </a:bodyPr>
          <a:lstStyle/>
          <a:p>
            <a:r>
              <a:rPr lang="it-IT" sz="2000" b="1" dirty="0"/>
              <a:t>UART</a:t>
            </a:r>
          </a:p>
        </p:txBody>
      </p:sp>
      <p:sp>
        <p:nvSpPr>
          <p:cNvPr id="37" name="CasellaDiTesto 36">
            <a:extLst>
              <a:ext uri="{FF2B5EF4-FFF2-40B4-BE49-F238E27FC236}">
                <a16:creationId xmlns:a16="http://schemas.microsoft.com/office/drawing/2014/main" id="{C2908714-C193-3F7C-0F7E-A4CCEB8DBE5B}"/>
              </a:ext>
            </a:extLst>
          </p:cNvPr>
          <p:cNvSpPr txBox="1"/>
          <p:nvPr/>
        </p:nvSpPr>
        <p:spPr>
          <a:xfrm>
            <a:off x="5249424" y="4386130"/>
            <a:ext cx="807933" cy="400110"/>
          </a:xfrm>
          <a:prstGeom prst="rect">
            <a:avLst/>
          </a:prstGeom>
          <a:noFill/>
        </p:spPr>
        <p:txBody>
          <a:bodyPr wrap="square" rtlCol="0">
            <a:spAutoFit/>
          </a:bodyPr>
          <a:lstStyle/>
          <a:p>
            <a:r>
              <a:rPr lang="it-IT" sz="2000" b="1" dirty="0"/>
              <a:t>USB</a:t>
            </a:r>
            <a:endParaRPr lang="it-IT" b="1" dirty="0"/>
          </a:p>
        </p:txBody>
      </p:sp>
      <p:pic>
        <p:nvPicPr>
          <p:cNvPr id="38" name="Immagine 37" descr="Immagine che contiene cerchio, arte&#10;&#10;Descrizione generata automaticamente">
            <a:extLst>
              <a:ext uri="{FF2B5EF4-FFF2-40B4-BE49-F238E27FC236}">
                <a16:creationId xmlns:a16="http://schemas.microsoft.com/office/drawing/2014/main" id="{D6F71792-2CAD-0CF7-73A8-B884860B2857}"/>
              </a:ext>
            </a:extLst>
          </p:cNvPr>
          <p:cNvPicPr>
            <a:picLocks noChangeAspect="1"/>
          </p:cNvPicPr>
          <p:nvPr/>
        </p:nvPicPr>
        <p:blipFill>
          <a:blip r:embed="rId2"/>
          <a:stretch>
            <a:fillRect/>
          </a:stretch>
        </p:blipFill>
        <p:spPr>
          <a:xfrm>
            <a:off x="3307535" y="5193804"/>
            <a:ext cx="857599" cy="857599"/>
          </a:xfrm>
          <a:prstGeom prst="rect">
            <a:avLst/>
          </a:prstGeom>
        </p:spPr>
      </p:pic>
      <p:pic>
        <p:nvPicPr>
          <p:cNvPr id="39" name="Immagine 38">
            <a:extLst>
              <a:ext uri="{FF2B5EF4-FFF2-40B4-BE49-F238E27FC236}">
                <a16:creationId xmlns:a16="http://schemas.microsoft.com/office/drawing/2014/main" id="{1225DB80-90E4-2AF8-923E-9BB8C9B17D9A}"/>
              </a:ext>
            </a:extLst>
          </p:cNvPr>
          <p:cNvPicPr>
            <a:picLocks noChangeAspect="1"/>
          </p:cNvPicPr>
          <p:nvPr/>
        </p:nvPicPr>
        <p:blipFill rotWithShape="1">
          <a:blip r:embed="rId3"/>
          <a:srcRect t="4258" r="-4" b="23159"/>
          <a:stretch/>
        </p:blipFill>
        <p:spPr>
          <a:xfrm rot="476693">
            <a:off x="2091950" y="5301494"/>
            <a:ext cx="1123097" cy="593780"/>
          </a:xfrm>
          <a:prstGeom prst="rect">
            <a:avLst/>
          </a:prstGeom>
        </p:spPr>
      </p:pic>
      <p:pic>
        <p:nvPicPr>
          <p:cNvPr id="40" name="Picture 2">
            <a:extLst>
              <a:ext uri="{FF2B5EF4-FFF2-40B4-BE49-F238E27FC236}">
                <a16:creationId xmlns:a16="http://schemas.microsoft.com/office/drawing/2014/main" id="{431AC493-BF1C-6DFD-FE15-4C1E3F3CB1AC}"/>
              </a:ext>
            </a:extLst>
          </p:cNvPr>
          <p:cNvPicPr>
            <a:picLocks noChangeAspect="1" noChangeArrowheads="1"/>
          </p:cNvPicPr>
          <p:nvPr/>
        </p:nvPicPr>
        <p:blipFill>
          <a:blip r:embed="rId4"/>
          <a:srcRect t="20123" b="20123"/>
          <a:stretch/>
        </p:blipFill>
        <p:spPr bwMode="auto">
          <a:xfrm>
            <a:off x="4927845" y="5252161"/>
            <a:ext cx="1158838" cy="69244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BA090DF3-9032-79C9-5ECF-707EEE35BA08}"/>
              </a:ext>
            </a:extLst>
          </p:cNvPr>
          <p:cNvPicPr>
            <a:picLocks noChangeAspect="1"/>
          </p:cNvPicPr>
          <p:nvPr/>
        </p:nvPicPr>
        <p:blipFill rotWithShape="1">
          <a:blip r:embed="rId5"/>
          <a:srcRect r="48373"/>
          <a:stretch/>
        </p:blipFill>
        <p:spPr>
          <a:xfrm>
            <a:off x="7239381" y="5514100"/>
            <a:ext cx="1223914" cy="589951"/>
          </a:xfrm>
          <a:prstGeom prst="rect">
            <a:avLst/>
          </a:prstGeom>
        </p:spPr>
      </p:pic>
      <p:pic>
        <p:nvPicPr>
          <p:cNvPr id="17" name="Immagine 16">
            <a:extLst>
              <a:ext uri="{FF2B5EF4-FFF2-40B4-BE49-F238E27FC236}">
                <a16:creationId xmlns:a16="http://schemas.microsoft.com/office/drawing/2014/main" id="{A8B4740A-4F32-D8B5-C2CD-721CCD18273D}"/>
              </a:ext>
            </a:extLst>
          </p:cNvPr>
          <p:cNvPicPr>
            <a:picLocks noChangeAspect="1"/>
          </p:cNvPicPr>
          <p:nvPr/>
        </p:nvPicPr>
        <p:blipFill>
          <a:blip r:embed="rId6"/>
          <a:srcRect/>
          <a:stretch/>
        </p:blipFill>
        <p:spPr>
          <a:xfrm>
            <a:off x="9808557" y="5286580"/>
            <a:ext cx="424593" cy="972234"/>
          </a:xfrm>
          <a:prstGeom prst="rect">
            <a:avLst/>
          </a:prstGeom>
        </p:spPr>
      </p:pic>
      <p:pic>
        <p:nvPicPr>
          <p:cNvPr id="19" name="Immagine 18">
            <a:extLst>
              <a:ext uri="{FF2B5EF4-FFF2-40B4-BE49-F238E27FC236}">
                <a16:creationId xmlns:a16="http://schemas.microsoft.com/office/drawing/2014/main" id="{AB236B67-F222-FBE6-94A7-589F42BA97F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41667" y1="39615" x2="41667" y2="39615"/>
                        <a14:foregroundMark x1="42000" y1="60192" x2="42000" y2="60192"/>
                        <a14:foregroundMark x1="46667" y1="50769" x2="46667" y2="50769"/>
                        <a14:foregroundMark x1="45111" y1="47115" x2="45111" y2="47115"/>
                        <a14:foregroundMark x1="59000" y1="45192" x2="59000" y2="45192"/>
                        <a14:foregroundMark x1="71000" y1="45769" x2="71000" y2="45769"/>
                      </a14:backgroundRemoval>
                    </a14:imgEffect>
                  </a14:imgLayer>
                </a14:imgProps>
              </a:ext>
            </a:extLst>
          </a:blip>
          <a:stretch>
            <a:fillRect/>
          </a:stretch>
        </p:blipFill>
        <p:spPr>
          <a:xfrm>
            <a:off x="8630162" y="5485542"/>
            <a:ext cx="972234" cy="561735"/>
          </a:xfrm>
          <a:prstGeom prst="rect">
            <a:avLst/>
          </a:prstGeom>
        </p:spPr>
      </p:pic>
      <p:cxnSp>
        <p:nvCxnSpPr>
          <p:cNvPr id="21" name="Straight Arrow Connector 1">
            <a:extLst>
              <a:ext uri="{FF2B5EF4-FFF2-40B4-BE49-F238E27FC236}">
                <a16:creationId xmlns:a16="http://schemas.microsoft.com/office/drawing/2014/main" id="{EB604AAB-6E35-BF2C-5FBC-81DF5931B6C3}"/>
              </a:ext>
            </a:extLst>
          </p:cNvPr>
          <p:cNvCxnSpPr/>
          <p:nvPr/>
        </p:nvCxnSpPr>
        <p:spPr>
          <a:xfrm flipH="1" flipV="1">
            <a:off x="7957760" y="5157297"/>
            <a:ext cx="1713" cy="25856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074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itle 1">
            <a:extLst>
              <a:ext uri="{FF2B5EF4-FFF2-40B4-BE49-F238E27FC236}">
                <a16:creationId xmlns:a16="http://schemas.microsoft.com/office/drawing/2014/main" id="{57A708A3-ACA6-C903-9C5E-9959B23CAF45}"/>
              </a:ext>
            </a:extLst>
          </p:cNvPr>
          <p:cNvSpPr>
            <a:spLocks noGrp="1"/>
          </p:cNvSpPr>
          <p:nvPr>
            <p:ph type="title"/>
          </p:nvPr>
        </p:nvSpPr>
        <p:spPr>
          <a:xfrm>
            <a:off x="176271" y="2177784"/>
            <a:ext cx="4361541" cy="2502432"/>
          </a:xfrm>
          <a:noFill/>
          <a:ln>
            <a:noFill/>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rmAutofit/>
          </a:bodyPr>
          <a:lstStyle/>
          <a:p>
            <a:pPr algn="r"/>
            <a:r>
              <a:rPr lang="en-US" sz="4000" b="1" kern="1200" dirty="0">
                <a:solidFill>
                  <a:srgbClr val="FFC000"/>
                </a:solidFill>
                <a:latin typeface="+mn-lt"/>
                <a:ea typeface="+mj-ea"/>
                <a:cs typeface="+mj-cs"/>
              </a:rPr>
              <a:t>MODALITÁ DI FUNZIONAMENTO </a:t>
            </a:r>
          </a:p>
        </p:txBody>
      </p:sp>
      <p:cxnSp>
        <p:nvCxnSpPr>
          <p:cNvPr id="2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24" name="TextBox 4">
            <a:extLst>
              <a:ext uri="{FF2B5EF4-FFF2-40B4-BE49-F238E27FC236}">
                <a16:creationId xmlns:a16="http://schemas.microsoft.com/office/drawing/2014/main" id="{B0B44175-9CEE-780D-65F7-702565057EE4}"/>
              </a:ext>
            </a:extLst>
          </p:cNvPr>
          <p:cNvGraphicFramePr/>
          <p:nvPr>
            <p:extLst>
              <p:ext uri="{D42A27DB-BD31-4B8C-83A1-F6EECF244321}">
                <p14:modId xmlns:p14="http://schemas.microsoft.com/office/powerpoint/2010/main" val="193480976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9" name="Immagine 18">
            <a:extLst>
              <a:ext uri="{FF2B5EF4-FFF2-40B4-BE49-F238E27FC236}">
                <a16:creationId xmlns:a16="http://schemas.microsoft.com/office/drawing/2014/main" id="{A7C86082-6422-F047-B723-995DDD025502}"/>
              </a:ext>
            </a:extLst>
          </p:cNvPr>
          <p:cNvPicPr>
            <a:picLocks noChangeAspect="1"/>
          </p:cNvPicPr>
          <p:nvPr/>
        </p:nvPicPr>
        <p:blipFill>
          <a:blip r:embed="rId8"/>
          <a:srcRect/>
          <a:stretch/>
        </p:blipFill>
        <p:spPr>
          <a:xfrm>
            <a:off x="688333" y="3990900"/>
            <a:ext cx="3659239" cy="2439981"/>
          </a:xfrm>
          <a:prstGeom prst="rect">
            <a:avLst/>
          </a:prstGeom>
        </p:spPr>
      </p:pic>
      <p:pic>
        <p:nvPicPr>
          <p:cNvPr id="21" name="Immagine 20">
            <a:extLst>
              <a:ext uri="{FF2B5EF4-FFF2-40B4-BE49-F238E27FC236}">
                <a16:creationId xmlns:a16="http://schemas.microsoft.com/office/drawing/2014/main" id="{DE124888-58DB-FE39-C479-0E5F2F491FE0}"/>
              </a:ext>
            </a:extLst>
          </p:cNvPr>
          <p:cNvPicPr>
            <a:picLocks noChangeAspect="1"/>
          </p:cNvPicPr>
          <p:nvPr/>
        </p:nvPicPr>
        <p:blipFill rotWithShape="1">
          <a:blip r:embed="rId9"/>
          <a:srcRect t="1740" r="-4" b="8112"/>
          <a:stretch/>
        </p:blipFill>
        <p:spPr>
          <a:xfrm>
            <a:off x="1712184" y="97613"/>
            <a:ext cx="2825628" cy="2547159"/>
          </a:xfrm>
          <a:custGeom>
            <a:avLst/>
            <a:gdLst/>
            <a:ahLst/>
            <a:cxnLst/>
            <a:rect l="l" t="t" r="r" b="b"/>
            <a:pathLst>
              <a:path w="2397514" h="2161236">
                <a:moveTo>
                  <a:pt x="684017" y="0"/>
                </a:moveTo>
                <a:cubicBezTo>
                  <a:pt x="1715801" y="0"/>
                  <a:pt x="1715801" y="0"/>
                  <a:pt x="1715801" y="0"/>
                </a:cubicBezTo>
                <a:cubicBezTo>
                  <a:pt x="1768004" y="0"/>
                  <a:pt x="1835562" y="37478"/>
                  <a:pt x="1863198" y="84326"/>
                </a:cubicBezTo>
                <a:cubicBezTo>
                  <a:pt x="2379089" y="993169"/>
                  <a:pt x="2379089" y="993169"/>
                  <a:pt x="2379089" y="993169"/>
                </a:cubicBezTo>
                <a:cubicBezTo>
                  <a:pt x="2403656" y="1043140"/>
                  <a:pt x="2403656" y="1118096"/>
                  <a:pt x="2379089" y="1168068"/>
                </a:cubicBezTo>
                <a:cubicBezTo>
                  <a:pt x="1863198" y="2076910"/>
                  <a:pt x="1863198" y="2076910"/>
                  <a:pt x="1863198" y="2076910"/>
                </a:cubicBezTo>
                <a:cubicBezTo>
                  <a:pt x="1835562" y="2123759"/>
                  <a:pt x="1768004" y="2161236"/>
                  <a:pt x="1715801" y="2161236"/>
                </a:cubicBezTo>
                <a:lnTo>
                  <a:pt x="684017" y="2161236"/>
                </a:lnTo>
                <a:cubicBezTo>
                  <a:pt x="628744" y="2161236"/>
                  <a:pt x="561187" y="2123759"/>
                  <a:pt x="536621" y="2076910"/>
                </a:cubicBezTo>
                <a:cubicBezTo>
                  <a:pt x="20729" y="1168068"/>
                  <a:pt x="20729" y="1168068"/>
                  <a:pt x="20729" y="1168068"/>
                </a:cubicBezTo>
                <a:cubicBezTo>
                  <a:pt x="-6909" y="1118096"/>
                  <a:pt x="-6909" y="1043140"/>
                  <a:pt x="20729" y="993169"/>
                </a:cubicBezTo>
                <a:cubicBezTo>
                  <a:pt x="536621" y="84326"/>
                  <a:pt x="536621" y="84326"/>
                  <a:pt x="536621" y="84326"/>
                </a:cubicBezTo>
                <a:cubicBezTo>
                  <a:pt x="561187" y="37478"/>
                  <a:pt x="628744" y="0"/>
                  <a:pt x="684017" y="0"/>
                </a:cubicBezTo>
                <a:close/>
              </a:path>
            </a:pathLst>
          </a:custGeom>
        </p:spPr>
      </p:pic>
    </p:spTree>
    <p:extLst>
      <p:ext uri="{BB962C8B-B14F-4D97-AF65-F5344CB8AC3E}">
        <p14:creationId xmlns:p14="http://schemas.microsoft.com/office/powerpoint/2010/main" val="376303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4" name="Connettore curvo 93">
            <a:extLst>
              <a:ext uri="{FF2B5EF4-FFF2-40B4-BE49-F238E27FC236}">
                <a16:creationId xmlns:a16="http://schemas.microsoft.com/office/drawing/2014/main" id="{F4CB8D59-32EE-C864-CDDB-20A358E8AFB6}"/>
              </a:ext>
            </a:extLst>
          </p:cNvPr>
          <p:cNvCxnSpPr>
            <a:cxnSpLocks/>
            <a:stCxn id="23" idx="5"/>
            <a:endCxn id="56" idx="1"/>
          </p:cNvCxnSpPr>
          <p:nvPr/>
        </p:nvCxnSpPr>
        <p:spPr>
          <a:xfrm rot="16200000" flipH="1">
            <a:off x="4818736" y="3260562"/>
            <a:ext cx="1554262" cy="939014"/>
          </a:xfrm>
          <a:prstGeom prst="curvedConnector3">
            <a:avLst>
              <a:gd name="adj1" fmla="val 50000"/>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Ovale 55">
            <a:extLst>
              <a:ext uri="{FF2B5EF4-FFF2-40B4-BE49-F238E27FC236}">
                <a16:creationId xmlns:a16="http://schemas.microsoft.com/office/drawing/2014/main" id="{00395C5B-6465-B56E-CDDE-3621AA5068BD}"/>
              </a:ext>
            </a:extLst>
          </p:cNvPr>
          <p:cNvSpPr/>
          <p:nvPr/>
        </p:nvSpPr>
        <p:spPr>
          <a:xfrm>
            <a:off x="5796668" y="4301009"/>
            <a:ext cx="1834841" cy="1407962"/>
          </a:xfrm>
          <a:prstGeom prst="ellipse">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4" name="Connettore 2 73">
            <a:extLst>
              <a:ext uri="{FF2B5EF4-FFF2-40B4-BE49-F238E27FC236}">
                <a16:creationId xmlns:a16="http://schemas.microsoft.com/office/drawing/2014/main" id="{D9FFB74C-6389-410F-8EAD-A73CA4C2C5CB}"/>
              </a:ext>
            </a:extLst>
          </p:cNvPr>
          <p:cNvCxnSpPr>
            <a:cxnSpLocks/>
            <a:stCxn id="23" idx="6"/>
            <a:endCxn id="30" idx="2"/>
          </p:cNvCxnSpPr>
          <p:nvPr/>
        </p:nvCxnSpPr>
        <p:spPr>
          <a:xfrm flipV="1">
            <a:off x="5395066" y="2452134"/>
            <a:ext cx="2760764" cy="3014"/>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ttore curvo 75">
            <a:extLst>
              <a:ext uri="{FF2B5EF4-FFF2-40B4-BE49-F238E27FC236}">
                <a16:creationId xmlns:a16="http://schemas.microsoft.com/office/drawing/2014/main" id="{25525222-8532-6AE5-1877-9EE9F028F86D}"/>
              </a:ext>
            </a:extLst>
          </p:cNvPr>
          <p:cNvCxnSpPr>
            <a:cxnSpLocks/>
            <a:stCxn id="30" idx="5"/>
            <a:endCxn id="56" idx="6"/>
          </p:cNvCxnSpPr>
          <p:nvPr/>
        </p:nvCxnSpPr>
        <p:spPr>
          <a:xfrm rot="5400000">
            <a:off x="7649204" y="2932229"/>
            <a:ext cx="2055066" cy="2090456"/>
          </a:xfrm>
          <a:prstGeom prst="curvedConnector2">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ttore curvo 77">
            <a:extLst>
              <a:ext uri="{FF2B5EF4-FFF2-40B4-BE49-F238E27FC236}">
                <a16:creationId xmlns:a16="http://schemas.microsoft.com/office/drawing/2014/main" id="{989F018C-878C-D2A5-C80E-2501AFBB7EAA}"/>
              </a:ext>
            </a:extLst>
          </p:cNvPr>
          <p:cNvCxnSpPr>
            <a:cxnSpLocks/>
            <a:stCxn id="23" idx="7"/>
            <a:endCxn id="23" idx="1"/>
          </p:cNvCxnSpPr>
          <p:nvPr/>
        </p:nvCxnSpPr>
        <p:spPr>
          <a:xfrm rot="16200000" flipV="1">
            <a:off x="4477646" y="1308643"/>
            <a:ext cx="12700" cy="1297429"/>
          </a:xfrm>
          <a:prstGeom prst="curvedConnector3">
            <a:avLst>
              <a:gd name="adj1" fmla="val 7526780"/>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5" name="CasellaDiTesto 84">
            <a:extLst>
              <a:ext uri="{FF2B5EF4-FFF2-40B4-BE49-F238E27FC236}">
                <a16:creationId xmlns:a16="http://schemas.microsoft.com/office/drawing/2014/main" id="{E71E8DF6-155C-A287-11FC-7136BFCAF8C8}"/>
              </a:ext>
            </a:extLst>
          </p:cNvPr>
          <p:cNvSpPr txBox="1"/>
          <p:nvPr/>
        </p:nvSpPr>
        <p:spPr>
          <a:xfrm>
            <a:off x="6096000" y="4777622"/>
            <a:ext cx="1375576" cy="369332"/>
          </a:xfrm>
          <a:prstGeom prst="rect">
            <a:avLst/>
          </a:prstGeom>
          <a:noFill/>
        </p:spPr>
        <p:txBody>
          <a:bodyPr wrap="square" rtlCol="0">
            <a:spAutoFit/>
          </a:bodyPr>
          <a:lstStyle/>
          <a:p>
            <a:r>
              <a:rPr lang="it-IT" b="1" dirty="0"/>
              <a:t>Reset Mode</a:t>
            </a:r>
          </a:p>
        </p:txBody>
      </p:sp>
      <p:sp>
        <p:nvSpPr>
          <p:cNvPr id="86" name="CasellaDiTesto 85">
            <a:extLst>
              <a:ext uri="{FF2B5EF4-FFF2-40B4-BE49-F238E27FC236}">
                <a16:creationId xmlns:a16="http://schemas.microsoft.com/office/drawing/2014/main" id="{FFAD0132-7D4E-EAE8-D11B-549C5FFD1FDE}"/>
              </a:ext>
            </a:extLst>
          </p:cNvPr>
          <p:cNvSpPr txBox="1"/>
          <p:nvPr/>
        </p:nvSpPr>
        <p:spPr>
          <a:xfrm>
            <a:off x="5919387" y="2085878"/>
            <a:ext cx="1957559" cy="307777"/>
          </a:xfrm>
          <a:prstGeom prst="rect">
            <a:avLst/>
          </a:prstGeom>
          <a:noFill/>
        </p:spPr>
        <p:txBody>
          <a:bodyPr wrap="square" rtlCol="0">
            <a:spAutoFit/>
          </a:bodyPr>
          <a:lstStyle/>
          <a:p>
            <a:r>
              <a:rPr lang="it-IT" sz="1400" dirty="0"/>
              <a:t>Riceve carattere ‘A’</a:t>
            </a:r>
          </a:p>
        </p:txBody>
      </p:sp>
      <p:sp>
        <p:nvSpPr>
          <p:cNvPr id="11" name="Rettangolo 10">
            <a:extLst>
              <a:ext uri="{FF2B5EF4-FFF2-40B4-BE49-F238E27FC236}">
                <a16:creationId xmlns:a16="http://schemas.microsoft.com/office/drawing/2014/main" id="{950F22A7-BF0D-8E84-D2F6-04C1198AEB8C}"/>
              </a:ext>
            </a:extLst>
          </p:cNvPr>
          <p:cNvSpPr/>
          <p:nvPr/>
        </p:nvSpPr>
        <p:spPr>
          <a:xfrm>
            <a:off x="280225" y="3530975"/>
            <a:ext cx="2755679" cy="1925927"/>
          </a:xfrm>
          <a:prstGeom prst="rect">
            <a:avLst/>
          </a:prstGeom>
          <a:solidFill>
            <a:schemeClr val="accent4"/>
          </a:solid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err="1">
                <a:solidFill>
                  <a:schemeClr val="accent4"/>
                </a:solidFill>
              </a:rPr>
              <a:t>lamp</a:t>
            </a:r>
            <a:r>
              <a:rPr lang="it-IT"/>
              <a:t> </a:t>
            </a:r>
          </a:p>
        </p:txBody>
      </p:sp>
      <p:sp>
        <p:nvSpPr>
          <p:cNvPr id="33" name="Rettangolo 32">
            <a:extLst>
              <a:ext uri="{FF2B5EF4-FFF2-40B4-BE49-F238E27FC236}">
                <a16:creationId xmlns:a16="http://schemas.microsoft.com/office/drawing/2014/main" id="{38593532-07F3-4CE6-2EDF-9615D8CA9DA1}"/>
              </a:ext>
            </a:extLst>
          </p:cNvPr>
          <p:cNvSpPr/>
          <p:nvPr/>
        </p:nvSpPr>
        <p:spPr>
          <a:xfrm>
            <a:off x="280225" y="1868129"/>
            <a:ext cx="2755678" cy="1662847"/>
          </a:xfrm>
          <a:prstGeom prst="rect">
            <a:avLst/>
          </a:prstGeom>
          <a:solidFill>
            <a:schemeClr val="tx2">
              <a:lumMod val="60000"/>
              <a:lumOff val="40000"/>
            </a:schemeClr>
          </a:solid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CasellaDiTesto 11">
            <a:extLst>
              <a:ext uri="{FF2B5EF4-FFF2-40B4-BE49-F238E27FC236}">
                <a16:creationId xmlns:a16="http://schemas.microsoft.com/office/drawing/2014/main" id="{2BD270F5-9B9D-24FC-BF40-1785B0EEE457}"/>
              </a:ext>
            </a:extLst>
          </p:cNvPr>
          <p:cNvSpPr txBox="1"/>
          <p:nvPr/>
        </p:nvSpPr>
        <p:spPr>
          <a:xfrm>
            <a:off x="568241" y="2201678"/>
            <a:ext cx="2426476" cy="1077218"/>
          </a:xfrm>
          <a:prstGeom prst="rect">
            <a:avLst/>
          </a:prstGeom>
          <a:noFill/>
        </p:spPr>
        <p:txBody>
          <a:bodyPr wrap="square" rtlCol="0">
            <a:spAutoFit/>
          </a:bodyPr>
          <a:lstStyle/>
          <a:p>
            <a:r>
              <a:rPr lang="it-IT" sz="3200" b="1" dirty="0">
                <a:solidFill>
                  <a:schemeClr val="bg1"/>
                </a:solidFill>
              </a:rPr>
              <a:t>AUTOMA A</a:t>
            </a:r>
          </a:p>
          <a:p>
            <a:r>
              <a:rPr lang="it-IT" sz="3200" b="1" dirty="0">
                <a:solidFill>
                  <a:schemeClr val="accent4"/>
                </a:solidFill>
              </a:rPr>
              <a:t>STATI FINITI</a:t>
            </a:r>
          </a:p>
        </p:txBody>
      </p:sp>
      <p:sp>
        <p:nvSpPr>
          <p:cNvPr id="34" name="CasellaDiTesto 33">
            <a:extLst>
              <a:ext uri="{FF2B5EF4-FFF2-40B4-BE49-F238E27FC236}">
                <a16:creationId xmlns:a16="http://schemas.microsoft.com/office/drawing/2014/main" id="{5BA7D8C1-3877-BDE9-4968-497CF8F1C9B2}"/>
              </a:ext>
            </a:extLst>
          </p:cNvPr>
          <p:cNvSpPr txBox="1"/>
          <p:nvPr/>
        </p:nvSpPr>
        <p:spPr>
          <a:xfrm>
            <a:off x="457601" y="3658145"/>
            <a:ext cx="2368784" cy="1631216"/>
          </a:xfrm>
          <a:prstGeom prst="rect">
            <a:avLst/>
          </a:prstGeom>
          <a:noFill/>
        </p:spPr>
        <p:txBody>
          <a:bodyPr wrap="square" lIns="91440" tIns="45720" rIns="91440" bIns="45720" rtlCol="0" anchor="t">
            <a:spAutoFit/>
          </a:bodyPr>
          <a:lstStyle/>
          <a:p>
            <a:pPr algn="ctr"/>
            <a:r>
              <a:rPr lang="it-IT" sz="2000" dirty="0">
                <a:solidFill>
                  <a:schemeClr val="tx2">
                    <a:lumMod val="50000"/>
                  </a:schemeClr>
                </a:solidFill>
              </a:rPr>
              <a:t>É di seguito riportato l’automa a stati finiti di alto livello che descrive la </a:t>
            </a:r>
            <a:r>
              <a:rPr lang="it-IT" sz="2000" b="1" dirty="0">
                <a:solidFill>
                  <a:schemeClr val="tx2">
                    <a:lumMod val="50000"/>
                  </a:schemeClr>
                </a:solidFill>
              </a:rPr>
              <a:t>dinamica</a:t>
            </a:r>
            <a:r>
              <a:rPr lang="it-IT" sz="2000" dirty="0">
                <a:solidFill>
                  <a:schemeClr val="tx2">
                    <a:lumMod val="50000"/>
                  </a:schemeClr>
                </a:solidFill>
              </a:rPr>
              <a:t> del firmware.</a:t>
            </a:r>
            <a:endParaRPr lang="it-IT" sz="2000" dirty="0"/>
          </a:p>
        </p:txBody>
      </p:sp>
      <p:sp>
        <p:nvSpPr>
          <p:cNvPr id="23" name="Ovale 22">
            <a:extLst>
              <a:ext uri="{FF2B5EF4-FFF2-40B4-BE49-F238E27FC236}">
                <a16:creationId xmlns:a16="http://schemas.microsoft.com/office/drawing/2014/main" id="{D8756709-A2F2-E80C-E000-2DE8D66C0C16}"/>
              </a:ext>
            </a:extLst>
          </p:cNvPr>
          <p:cNvSpPr/>
          <p:nvPr/>
        </p:nvSpPr>
        <p:spPr>
          <a:xfrm>
            <a:off x="3560225" y="1751167"/>
            <a:ext cx="1834841" cy="1407962"/>
          </a:xfrm>
          <a:prstGeom prst="ellipse">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B62366D8-7C17-EC15-51CD-35B9CD4503BB}"/>
              </a:ext>
            </a:extLst>
          </p:cNvPr>
          <p:cNvSpPr txBox="1"/>
          <p:nvPr/>
        </p:nvSpPr>
        <p:spPr>
          <a:xfrm>
            <a:off x="3861152" y="2240424"/>
            <a:ext cx="1375576" cy="369332"/>
          </a:xfrm>
          <a:prstGeom prst="rect">
            <a:avLst/>
          </a:prstGeom>
          <a:noFill/>
        </p:spPr>
        <p:txBody>
          <a:bodyPr wrap="square" rtlCol="0">
            <a:spAutoFit/>
          </a:bodyPr>
          <a:lstStyle/>
          <a:p>
            <a:r>
              <a:rPr lang="it-IT" b="1" dirty="0"/>
              <a:t>Wake mode</a:t>
            </a:r>
          </a:p>
        </p:txBody>
      </p:sp>
      <p:sp>
        <p:nvSpPr>
          <p:cNvPr id="30" name="Ovale 29">
            <a:extLst>
              <a:ext uri="{FF2B5EF4-FFF2-40B4-BE49-F238E27FC236}">
                <a16:creationId xmlns:a16="http://schemas.microsoft.com/office/drawing/2014/main" id="{ABC92EE6-F775-153E-28EF-C012CC5FC037}"/>
              </a:ext>
            </a:extLst>
          </p:cNvPr>
          <p:cNvSpPr/>
          <p:nvPr/>
        </p:nvSpPr>
        <p:spPr>
          <a:xfrm>
            <a:off x="8155830" y="1748153"/>
            <a:ext cx="1834841" cy="1407962"/>
          </a:xfrm>
          <a:prstGeom prst="ellipse">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82" name="CasellaDiTesto 81">
            <a:extLst>
              <a:ext uri="{FF2B5EF4-FFF2-40B4-BE49-F238E27FC236}">
                <a16:creationId xmlns:a16="http://schemas.microsoft.com/office/drawing/2014/main" id="{F88F6C09-AE99-7CC0-AF23-B637C235D1A6}"/>
              </a:ext>
            </a:extLst>
          </p:cNvPr>
          <p:cNvSpPr txBox="1"/>
          <p:nvPr/>
        </p:nvSpPr>
        <p:spPr>
          <a:xfrm>
            <a:off x="8517758" y="2240424"/>
            <a:ext cx="1375576" cy="369332"/>
          </a:xfrm>
          <a:prstGeom prst="rect">
            <a:avLst/>
          </a:prstGeom>
          <a:noFill/>
        </p:spPr>
        <p:txBody>
          <a:bodyPr wrap="square" rtlCol="0">
            <a:spAutoFit/>
          </a:bodyPr>
          <a:lstStyle/>
          <a:p>
            <a:r>
              <a:rPr lang="it-IT" b="1" dirty="0" err="1"/>
              <a:t>Alert</a:t>
            </a:r>
            <a:r>
              <a:rPr lang="it-IT" b="1" dirty="0"/>
              <a:t> Mode</a:t>
            </a:r>
          </a:p>
        </p:txBody>
      </p:sp>
      <p:cxnSp>
        <p:nvCxnSpPr>
          <p:cNvPr id="57" name="Connettore curvo 56">
            <a:extLst>
              <a:ext uri="{FF2B5EF4-FFF2-40B4-BE49-F238E27FC236}">
                <a16:creationId xmlns:a16="http://schemas.microsoft.com/office/drawing/2014/main" id="{A7AFC7E4-7B7A-29FE-FD53-D4E9661C81C0}"/>
              </a:ext>
            </a:extLst>
          </p:cNvPr>
          <p:cNvCxnSpPr>
            <a:cxnSpLocks/>
            <a:stCxn id="56" idx="2"/>
            <a:endCxn id="23" idx="3"/>
          </p:cNvCxnSpPr>
          <p:nvPr/>
        </p:nvCxnSpPr>
        <p:spPr>
          <a:xfrm rot="10800000">
            <a:off x="3828932" y="2952938"/>
            <a:ext cx="1967737" cy="2052052"/>
          </a:xfrm>
          <a:prstGeom prst="curvedConnector2">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CasellaDiTesto 64">
            <a:extLst>
              <a:ext uri="{FF2B5EF4-FFF2-40B4-BE49-F238E27FC236}">
                <a16:creationId xmlns:a16="http://schemas.microsoft.com/office/drawing/2014/main" id="{1592BF9F-A048-96F4-42D6-6EAB82E2C3C8}"/>
              </a:ext>
            </a:extLst>
          </p:cNvPr>
          <p:cNvSpPr txBox="1"/>
          <p:nvPr/>
        </p:nvSpPr>
        <p:spPr>
          <a:xfrm>
            <a:off x="3700908" y="622449"/>
            <a:ext cx="1957559" cy="307777"/>
          </a:xfrm>
          <a:prstGeom prst="rect">
            <a:avLst/>
          </a:prstGeom>
          <a:noFill/>
        </p:spPr>
        <p:txBody>
          <a:bodyPr wrap="square" rtlCol="0">
            <a:spAutoFit/>
          </a:bodyPr>
          <a:lstStyle/>
          <a:p>
            <a:r>
              <a:rPr lang="it-IT" sz="1400" dirty="0"/>
              <a:t>Riceve carattere ‘O’</a:t>
            </a:r>
          </a:p>
        </p:txBody>
      </p:sp>
      <p:sp>
        <p:nvSpPr>
          <p:cNvPr id="66" name="CasellaDiTesto 65">
            <a:extLst>
              <a:ext uri="{FF2B5EF4-FFF2-40B4-BE49-F238E27FC236}">
                <a16:creationId xmlns:a16="http://schemas.microsoft.com/office/drawing/2014/main" id="{10D7ABDB-8074-1EEA-1567-057CA6988B31}"/>
              </a:ext>
            </a:extLst>
          </p:cNvPr>
          <p:cNvSpPr txBox="1"/>
          <p:nvPr/>
        </p:nvSpPr>
        <p:spPr>
          <a:xfrm>
            <a:off x="8101861" y="627098"/>
            <a:ext cx="2207370" cy="307777"/>
          </a:xfrm>
          <a:prstGeom prst="rect">
            <a:avLst/>
          </a:prstGeom>
          <a:noFill/>
        </p:spPr>
        <p:txBody>
          <a:bodyPr wrap="square" rtlCol="0">
            <a:spAutoFit/>
          </a:bodyPr>
          <a:lstStyle/>
          <a:p>
            <a:r>
              <a:rPr lang="it-IT" sz="1400" dirty="0"/>
              <a:t>Riceve carattere ‘A’ o ‘O’</a:t>
            </a:r>
          </a:p>
        </p:txBody>
      </p:sp>
      <p:cxnSp>
        <p:nvCxnSpPr>
          <p:cNvPr id="67" name="Connettore curvo 66">
            <a:extLst>
              <a:ext uri="{FF2B5EF4-FFF2-40B4-BE49-F238E27FC236}">
                <a16:creationId xmlns:a16="http://schemas.microsoft.com/office/drawing/2014/main" id="{D23FDB1A-18AF-7AD0-A043-BE8DD6CAACF5}"/>
              </a:ext>
            </a:extLst>
          </p:cNvPr>
          <p:cNvCxnSpPr>
            <a:cxnSpLocks/>
            <a:stCxn id="30" idx="7"/>
            <a:endCxn id="30" idx="1"/>
          </p:cNvCxnSpPr>
          <p:nvPr/>
        </p:nvCxnSpPr>
        <p:spPr>
          <a:xfrm rot="16200000" flipV="1">
            <a:off x="9073251" y="1305629"/>
            <a:ext cx="12700" cy="1297429"/>
          </a:xfrm>
          <a:prstGeom prst="curvedConnector3">
            <a:avLst>
              <a:gd name="adj1" fmla="val 775903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ttore curvo 82">
            <a:extLst>
              <a:ext uri="{FF2B5EF4-FFF2-40B4-BE49-F238E27FC236}">
                <a16:creationId xmlns:a16="http://schemas.microsoft.com/office/drawing/2014/main" id="{A68BB5EE-A017-442D-7B19-2D7BA248D332}"/>
              </a:ext>
            </a:extLst>
          </p:cNvPr>
          <p:cNvCxnSpPr>
            <a:cxnSpLocks/>
            <a:stCxn id="56" idx="7"/>
            <a:endCxn id="30" idx="3"/>
          </p:cNvCxnSpPr>
          <p:nvPr/>
        </p:nvCxnSpPr>
        <p:spPr>
          <a:xfrm rot="5400000" flipH="1" flipV="1">
            <a:off x="7115031" y="3197696"/>
            <a:ext cx="1557276" cy="1061733"/>
          </a:xfrm>
          <a:prstGeom prst="curvedConnector3">
            <a:avLst>
              <a:gd name="adj1" fmla="val 50000"/>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8" name="CasellaDiTesto 107">
            <a:extLst>
              <a:ext uri="{FF2B5EF4-FFF2-40B4-BE49-F238E27FC236}">
                <a16:creationId xmlns:a16="http://schemas.microsoft.com/office/drawing/2014/main" id="{50EDAF26-EC93-D7F1-2387-8E4454EA15E5}"/>
              </a:ext>
            </a:extLst>
          </p:cNvPr>
          <p:cNvSpPr txBox="1"/>
          <p:nvPr/>
        </p:nvSpPr>
        <p:spPr>
          <a:xfrm>
            <a:off x="4897955" y="3308807"/>
            <a:ext cx="1447722" cy="738664"/>
          </a:xfrm>
          <a:prstGeom prst="rect">
            <a:avLst/>
          </a:prstGeom>
          <a:solidFill>
            <a:schemeClr val="bg1"/>
          </a:solidFill>
        </p:spPr>
        <p:txBody>
          <a:bodyPr wrap="square" rtlCol="0">
            <a:spAutoFit/>
          </a:bodyPr>
          <a:lstStyle/>
          <a:p>
            <a:r>
              <a:rPr lang="it-IT" sz="1400" dirty="0"/>
              <a:t>Pressione User Button/Comando Bluetooth</a:t>
            </a:r>
          </a:p>
        </p:txBody>
      </p:sp>
      <p:sp>
        <p:nvSpPr>
          <p:cNvPr id="110" name="CasellaDiTesto 109">
            <a:extLst>
              <a:ext uri="{FF2B5EF4-FFF2-40B4-BE49-F238E27FC236}">
                <a16:creationId xmlns:a16="http://schemas.microsoft.com/office/drawing/2014/main" id="{F3B13FB0-5A10-F937-ADAC-27AC33743813}"/>
              </a:ext>
            </a:extLst>
          </p:cNvPr>
          <p:cNvSpPr txBox="1"/>
          <p:nvPr/>
        </p:nvSpPr>
        <p:spPr>
          <a:xfrm>
            <a:off x="3732449" y="4333909"/>
            <a:ext cx="1957559" cy="307777"/>
          </a:xfrm>
          <a:prstGeom prst="rect">
            <a:avLst/>
          </a:prstGeom>
          <a:solidFill>
            <a:schemeClr val="bg1"/>
          </a:solidFill>
        </p:spPr>
        <p:txBody>
          <a:bodyPr wrap="square" rtlCol="0">
            <a:spAutoFit/>
          </a:bodyPr>
          <a:lstStyle/>
          <a:p>
            <a:r>
              <a:rPr lang="it-IT" sz="1400" dirty="0"/>
              <a:t>Riceve carattere ‘O’</a:t>
            </a:r>
          </a:p>
        </p:txBody>
      </p:sp>
      <p:sp>
        <p:nvSpPr>
          <p:cNvPr id="114" name="CasellaDiTesto 113">
            <a:extLst>
              <a:ext uri="{FF2B5EF4-FFF2-40B4-BE49-F238E27FC236}">
                <a16:creationId xmlns:a16="http://schemas.microsoft.com/office/drawing/2014/main" id="{F3CA2EBD-2C7E-D65A-DA1F-127D2374C8AE}"/>
              </a:ext>
            </a:extLst>
          </p:cNvPr>
          <p:cNvSpPr txBox="1"/>
          <p:nvPr/>
        </p:nvSpPr>
        <p:spPr>
          <a:xfrm>
            <a:off x="7148706" y="3378798"/>
            <a:ext cx="1957559" cy="307777"/>
          </a:xfrm>
          <a:prstGeom prst="rect">
            <a:avLst/>
          </a:prstGeom>
          <a:solidFill>
            <a:schemeClr val="bg1"/>
          </a:solidFill>
        </p:spPr>
        <p:txBody>
          <a:bodyPr wrap="square" rtlCol="0">
            <a:spAutoFit/>
          </a:bodyPr>
          <a:lstStyle/>
          <a:p>
            <a:r>
              <a:rPr lang="it-IT" sz="1400" dirty="0"/>
              <a:t>Riceve carattere ‘A’</a:t>
            </a:r>
          </a:p>
        </p:txBody>
      </p:sp>
      <p:sp>
        <p:nvSpPr>
          <p:cNvPr id="2" name="CasellaDiTesto 1">
            <a:extLst>
              <a:ext uri="{FF2B5EF4-FFF2-40B4-BE49-F238E27FC236}">
                <a16:creationId xmlns:a16="http://schemas.microsoft.com/office/drawing/2014/main" id="{D79FB9E1-0F94-7D25-A921-ECAE19D26D07}"/>
              </a:ext>
            </a:extLst>
          </p:cNvPr>
          <p:cNvSpPr txBox="1"/>
          <p:nvPr/>
        </p:nvSpPr>
        <p:spPr>
          <a:xfrm>
            <a:off x="8382404" y="4079765"/>
            <a:ext cx="1447722" cy="738664"/>
          </a:xfrm>
          <a:prstGeom prst="rect">
            <a:avLst/>
          </a:prstGeom>
          <a:solidFill>
            <a:schemeClr val="bg1"/>
          </a:solidFill>
        </p:spPr>
        <p:txBody>
          <a:bodyPr wrap="square" rtlCol="0">
            <a:spAutoFit/>
          </a:bodyPr>
          <a:lstStyle/>
          <a:p>
            <a:r>
              <a:rPr lang="it-IT" sz="1400" dirty="0"/>
              <a:t>Pressione User Button/Comando Bluetooth</a:t>
            </a:r>
          </a:p>
        </p:txBody>
      </p:sp>
    </p:spTree>
    <p:extLst>
      <p:ext uri="{BB962C8B-B14F-4D97-AF65-F5344CB8AC3E}">
        <p14:creationId xmlns:p14="http://schemas.microsoft.com/office/powerpoint/2010/main" val="147367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Logica del </a:t>
            </a:r>
            <a:r>
              <a:rPr lang="it-IT" b="1" dirty="0">
                <a:solidFill>
                  <a:srgbClr val="FFC000"/>
                </a:solidFill>
              </a:rPr>
              <a:t>riconoscimento</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664563" y="1684373"/>
            <a:ext cx="5521916" cy="4808502"/>
          </a:xfrm>
        </p:spPr>
        <p:txBody>
          <a:bodyPr>
            <a:normAutofit lnSpcReduction="10000"/>
          </a:bodyPr>
          <a:lstStyle/>
          <a:p>
            <a:r>
              <a:rPr lang="it-IT" sz="2200" dirty="0"/>
              <a:t>Ricezione flusso di </a:t>
            </a:r>
            <a:r>
              <a:rPr lang="it-IT" sz="2200" b="1" dirty="0">
                <a:solidFill>
                  <a:schemeClr val="accent4"/>
                </a:solidFill>
              </a:rPr>
              <a:t>frame</a:t>
            </a:r>
            <a:r>
              <a:rPr lang="it-IT" sz="2200" dirty="0">
                <a:solidFill>
                  <a:schemeClr val="accent4"/>
                </a:solidFill>
              </a:rPr>
              <a:t> </a:t>
            </a:r>
            <a:r>
              <a:rPr lang="it-IT" sz="2200" dirty="0"/>
              <a:t>da pc      </a:t>
            </a:r>
          </a:p>
          <a:p>
            <a:pPr marL="0" indent="0">
              <a:buNone/>
            </a:pPr>
            <a:endParaRPr lang="it-IT" sz="2200" b="1" dirty="0">
              <a:solidFill>
                <a:schemeClr val="accent4"/>
              </a:solidFill>
            </a:endParaRPr>
          </a:p>
          <a:p>
            <a:r>
              <a:rPr lang="it-IT" sz="2200" dirty="0"/>
              <a:t>Utilizzo di </a:t>
            </a:r>
            <a:r>
              <a:rPr lang="it-IT" sz="2200" b="1" dirty="0" err="1">
                <a:solidFill>
                  <a:schemeClr val="accent4"/>
                </a:solidFill>
              </a:rPr>
              <a:t>OpenCV</a:t>
            </a:r>
            <a:r>
              <a:rPr lang="it-IT" sz="2200" b="1" dirty="0">
                <a:solidFill>
                  <a:schemeClr val="accent4"/>
                </a:solidFill>
              </a:rPr>
              <a:t> </a:t>
            </a:r>
            <a:r>
              <a:rPr lang="it-IT" sz="2200" dirty="0"/>
              <a:t>per il rilevamento del volto e degli occhi</a:t>
            </a:r>
          </a:p>
          <a:p>
            <a:endParaRPr lang="it-IT" sz="2200" dirty="0"/>
          </a:p>
          <a:p>
            <a:r>
              <a:rPr lang="it-IT" sz="2200" dirty="0"/>
              <a:t>Utilizzo di un modello </a:t>
            </a:r>
            <a:r>
              <a:rPr lang="it-IT" sz="2200" dirty="0" err="1"/>
              <a:t>pre</a:t>
            </a:r>
            <a:r>
              <a:rPr lang="it-IT" sz="2200" dirty="0"/>
              <a:t>-addestrato per riconoscere se gli </a:t>
            </a:r>
            <a:r>
              <a:rPr lang="it-IT" sz="2200" b="1" dirty="0">
                <a:solidFill>
                  <a:schemeClr val="accent4"/>
                </a:solidFill>
              </a:rPr>
              <a:t>occhi sono aperti o chiusi</a:t>
            </a:r>
          </a:p>
          <a:p>
            <a:endParaRPr lang="it-IT" sz="2200" b="1" dirty="0">
              <a:solidFill>
                <a:schemeClr val="accent4"/>
              </a:solidFill>
            </a:endParaRPr>
          </a:p>
          <a:p>
            <a:r>
              <a:rPr lang="it-IT" sz="2200" dirty="0"/>
              <a:t>Comunicazione con il microcontrollore tramite </a:t>
            </a:r>
            <a:r>
              <a:rPr lang="it-IT" sz="2200" b="1" dirty="0">
                <a:solidFill>
                  <a:schemeClr val="accent4"/>
                </a:solidFill>
              </a:rPr>
              <a:t>USB</a:t>
            </a:r>
          </a:p>
          <a:p>
            <a:endParaRPr lang="it-IT" sz="2200" b="1" dirty="0">
              <a:solidFill>
                <a:schemeClr val="accent4"/>
              </a:solidFill>
            </a:endParaRPr>
          </a:p>
          <a:p>
            <a:r>
              <a:rPr lang="it-IT" sz="2200" dirty="0"/>
              <a:t>Invio di segnali </a:t>
            </a:r>
            <a:r>
              <a:rPr lang="it-IT" sz="2200" b="1" dirty="0">
                <a:solidFill>
                  <a:schemeClr val="accent4"/>
                </a:solidFill>
              </a:rPr>
              <a:t>'O' (Occhi aperti) </a:t>
            </a:r>
            <a:r>
              <a:rPr lang="it-IT" sz="2200" b="1" dirty="0"/>
              <a:t>o </a:t>
            </a:r>
            <a:r>
              <a:rPr lang="it-IT" sz="2200" b="1" dirty="0">
                <a:solidFill>
                  <a:schemeClr val="accent4"/>
                </a:solidFill>
              </a:rPr>
              <a:t>'A' (</a:t>
            </a:r>
            <a:r>
              <a:rPr lang="it-IT" sz="2200" b="1" dirty="0" err="1">
                <a:solidFill>
                  <a:schemeClr val="accent4"/>
                </a:solidFill>
              </a:rPr>
              <a:t>Alert</a:t>
            </a:r>
            <a:r>
              <a:rPr lang="it-IT" sz="2200" b="1" dirty="0">
                <a:solidFill>
                  <a:schemeClr val="accent4"/>
                </a:solidFill>
              </a:rPr>
              <a:t>) </a:t>
            </a:r>
            <a:r>
              <a:rPr lang="it-IT" sz="2200" dirty="0"/>
              <a:t>alla porta seriale</a:t>
            </a:r>
          </a:p>
          <a:p>
            <a:endParaRPr lang="it-IT" sz="2200" b="1" dirty="0">
              <a:solidFill>
                <a:schemeClr val="accent4"/>
              </a:solidFill>
            </a:endParaRPr>
          </a:p>
          <a:p>
            <a:pPr marL="0" indent="0">
              <a:buNone/>
            </a:pPr>
            <a:endParaRPr lang="it-IT" sz="2200" dirty="0"/>
          </a:p>
        </p:txBody>
      </p:sp>
      <p:pic>
        <p:nvPicPr>
          <p:cNvPr id="9" name="Immagine 8" descr="Immagine che contiene nero, oscurità&#10;&#10;Descrizione generata automaticamente">
            <a:extLst>
              <a:ext uri="{FF2B5EF4-FFF2-40B4-BE49-F238E27FC236}">
                <a16:creationId xmlns:a16="http://schemas.microsoft.com/office/drawing/2014/main" id="{979B607D-E95C-41DD-D64B-5097492DBC2B}"/>
              </a:ext>
            </a:extLst>
          </p:cNvPr>
          <p:cNvPicPr>
            <a:picLocks noChangeAspect="1"/>
          </p:cNvPicPr>
          <p:nvPr/>
        </p:nvPicPr>
        <p:blipFill>
          <a:blip r:embed="rId2"/>
          <a:stretch>
            <a:fillRect/>
          </a:stretch>
        </p:blipFill>
        <p:spPr>
          <a:xfrm>
            <a:off x="7731549" y="535696"/>
            <a:ext cx="2297354" cy="2297354"/>
          </a:xfrm>
          <a:prstGeom prst="rect">
            <a:avLst/>
          </a:prstGeom>
        </p:spPr>
      </p:pic>
      <p:pic>
        <p:nvPicPr>
          <p:cNvPr id="11" name="Immagine 10">
            <a:extLst>
              <a:ext uri="{FF2B5EF4-FFF2-40B4-BE49-F238E27FC236}">
                <a16:creationId xmlns:a16="http://schemas.microsoft.com/office/drawing/2014/main" id="{EDE765DC-1DBB-C654-164C-652B4FEE379E}"/>
              </a:ext>
            </a:extLst>
          </p:cNvPr>
          <p:cNvPicPr>
            <a:picLocks noChangeAspect="1"/>
          </p:cNvPicPr>
          <p:nvPr/>
        </p:nvPicPr>
        <p:blipFill>
          <a:blip r:embed="rId3"/>
          <a:stretch>
            <a:fillRect/>
          </a:stretch>
        </p:blipFill>
        <p:spPr>
          <a:xfrm>
            <a:off x="6211626" y="2789904"/>
            <a:ext cx="5980374" cy="2706446"/>
          </a:xfrm>
          <a:prstGeom prst="rect">
            <a:avLst/>
          </a:prstGeom>
        </p:spPr>
      </p:pic>
    </p:spTree>
    <p:extLst>
      <p:ext uri="{BB962C8B-B14F-4D97-AF65-F5344CB8AC3E}">
        <p14:creationId xmlns:p14="http://schemas.microsoft.com/office/powerpoint/2010/main" val="389394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Comunicazione </a:t>
            </a:r>
            <a:r>
              <a:rPr lang="it-IT" b="1" dirty="0">
                <a:solidFill>
                  <a:schemeClr val="accent4"/>
                </a:solidFill>
              </a:rPr>
              <a:t>Serial-</a:t>
            </a:r>
            <a:r>
              <a:rPr lang="it-IT" b="1" dirty="0">
                <a:solidFill>
                  <a:srgbClr val="FFC000"/>
                </a:solidFill>
              </a:rPr>
              <a:t>USB</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5001038" y="1743476"/>
            <a:ext cx="6352762" cy="4778927"/>
          </a:xfrm>
        </p:spPr>
        <p:txBody>
          <a:bodyPr>
            <a:normAutofit fontScale="92500" lnSpcReduction="10000"/>
          </a:bodyPr>
          <a:lstStyle/>
          <a:p>
            <a:pPr marL="457200" indent="-457200">
              <a:buFont typeface="+mj-lt"/>
              <a:buAutoNum type="arabicPeriod"/>
            </a:pPr>
            <a:r>
              <a:rPr lang="it-IT" sz="2400" b="1" dirty="0">
                <a:solidFill>
                  <a:schemeClr val="accent4"/>
                </a:solidFill>
              </a:rPr>
              <a:t>Apertura della Porta Seriale:</a:t>
            </a:r>
            <a:br>
              <a:rPr lang="it-IT" sz="2400" b="1" dirty="0"/>
            </a:br>
            <a:r>
              <a:rPr lang="it-IT" sz="2400" dirty="0"/>
              <a:t>Python utilizza la libreria serial per stabilire la connessione con la porta seriale USB del microcontrollore</a:t>
            </a:r>
          </a:p>
          <a:p>
            <a:pPr marL="457200" indent="-457200">
              <a:buFont typeface="+mj-lt"/>
              <a:buAutoNum type="arabicPeriod"/>
            </a:pPr>
            <a:r>
              <a:rPr lang="it-IT" sz="2400" b="1" dirty="0">
                <a:solidFill>
                  <a:schemeClr val="accent4"/>
                </a:solidFill>
              </a:rPr>
              <a:t>Configurazione dei parametri:</a:t>
            </a:r>
            <a:br>
              <a:rPr lang="it-IT" sz="2400" dirty="0">
                <a:solidFill>
                  <a:schemeClr val="accent4"/>
                </a:solidFill>
              </a:rPr>
            </a:br>
            <a:r>
              <a:rPr lang="it-IT" sz="2400" b="0" i="0" u="none" strike="noStrike" dirty="0">
                <a:solidFill>
                  <a:srgbClr val="000000"/>
                </a:solidFill>
                <a:effectLst/>
                <a:latin typeface="-webkit-standard"/>
              </a:rPr>
              <a:t>La libreria si connette alla porta specificata </a:t>
            </a:r>
            <a:r>
              <a:rPr lang="it-IT" sz="2400" b="0" i="0" u="none" strike="noStrike" dirty="0">
                <a:effectLst/>
                <a:latin typeface="-webkit-standard"/>
              </a:rPr>
              <a:t>con un </a:t>
            </a:r>
            <a:r>
              <a:rPr lang="it-IT" sz="2400" b="0" i="0" u="none" strike="noStrike" dirty="0" err="1">
                <a:effectLst/>
                <a:latin typeface="-webkit-standard"/>
              </a:rPr>
              <a:t>boudrate</a:t>
            </a:r>
            <a:r>
              <a:rPr lang="it-IT" sz="2400" b="0" i="0" u="none" strike="noStrike" dirty="0">
                <a:effectLst/>
                <a:latin typeface="-webkit-standard"/>
              </a:rPr>
              <a:t> di 9600</a:t>
            </a:r>
          </a:p>
          <a:p>
            <a:pPr marL="457200" indent="-457200">
              <a:buFont typeface="+mj-lt"/>
              <a:buAutoNum type="arabicPeriod"/>
            </a:pPr>
            <a:r>
              <a:rPr lang="it-IT" sz="2400" b="1" dirty="0">
                <a:solidFill>
                  <a:schemeClr val="accent4"/>
                </a:solidFill>
                <a:latin typeface="-webkit-standard"/>
              </a:rPr>
              <a:t>Invio di caratteri: </a:t>
            </a:r>
            <a:br>
              <a:rPr lang="it-IT" sz="2400" dirty="0">
                <a:latin typeface="-webkit-standard"/>
              </a:rPr>
            </a:br>
            <a:r>
              <a:rPr lang="it-IT" sz="2400" dirty="0">
                <a:latin typeface="-webkit-standard"/>
              </a:rPr>
              <a:t>La libreria accetta un array di byte da inviare al dispositivo.</a:t>
            </a:r>
            <a:br>
              <a:rPr lang="it-IT" sz="2400" dirty="0">
                <a:latin typeface="-webkit-standard"/>
              </a:rPr>
            </a:br>
            <a:r>
              <a:rPr lang="it-IT" sz="2400" dirty="0">
                <a:latin typeface="-webkit-standard"/>
              </a:rPr>
              <a:t>I byte vengono messi in coda per la corretta ricezione.</a:t>
            </a:r>
          </a:p>
          <a:p>
            <a:pPr marL="457200" indent="-457200">
              <a:buFont typeface="+mj-lt"/>
              <a:buAutoNum type="arabicPeriod"/>
            </a:pPr>
            <a:r>
              <a:rPr lang="it-IT" sz="2400" b="1" dirty="0">
                <a:solidFill>
                  <a:schemeClr val="accent4"/>
                </a:solidFill>
              </a:rPr>
              <a:t>Nota:</a:t>
            </a:r>
            <a:br>
              <a:rPr lang="it-IT" sz="2400" dirty="0"/>
            </a:br>
            <a:r>
              <a:rPr lang="it-IT" sz="2400" dirty="0" err="1"/>
              <a:t>Pyserial</a:t>
            </a:r>
            <a:r>
              <a:rPr lang="it-IT" sz="2400" dirty="0"/>
              <a:t> emula una porta seriale su un dispositivo USB, non interagisce a basso livello. </a:t>
            </a:r>
          </a:p>
          <a:p>
            <a:pPr marL="457200" indent="-457200">
              <a:buFont typeface="+mj-lt"/>
              <a:buAutoNum type="arabicPeriod"/>
            </a:pPr>
            <a:endParaRPr lang="it-IT" sz="2400" dirty="0">
              <a:solidFill>
                <a:schemeClr val="accent4"/>
              </a:solidFill>
            </a:endParaRPr>
          </a:p>
          <a:p>
            <a:endParaRPr lang="it-IT" sz="2200" b="1" dirty="0">
              <a:solidFill>
                <a:schemeClr val="accent4"/>
              </a:solidFill>
            </a:endParaRPr>
          </a:p>
          <a:p>
            <a:endParaRPr lang="it-IT" sz="2200" b="1" dirty="0">
              <a:solidFill>
                <a:schemeClr val="accent4"/>
              </a:solidFill>
            </a:endParaRPr>
          </a:p>
          <a:p>
            <a:pPr marL="0" indent="0">
              <a:buNone/>
            </a:pPr>
            <a:endParaRPr lang="it-IT" sz="2200" dirty="0"/>
          </a:p>
        </p:txBody>
      </p:sp>
      <p:pic>
        <p:nvPicPr>
          <p:cNvPr id="5" name="Immagine 4" descr="Immagine che contiene simbolo, schermata, design&#10;&#10;Descrizione generata automaticamente">
            <a:extLst>
              <a:ext uri="{FF2B5EF4-FFF2-40B4-BE49-F238E27FC236}">
                <a16:creationId xmlns:a16="http://schemas.microsoft.com/office/drawing/2014/main" id="{B28B0EFC-125F-8D59-A3F4-A32FDAA7E1D7}"/>
              </a:ext>
            </a:extLst>
          </p:cNvPr>
          <p:cNvPicPr>
            <a:picLocks noChangeAspect="1"/>
          </p:cNvPicPr>
          <p:nvPr/>
        </p:nvPicPr>
        <p:blipFill>
          <a:blip r:embed="rId2"/>
          <a:stretch>
            <a:fillRect/>
          </a:stretch>
        </p:blipFill>
        <p:spPr>
          <a:xfrm>
            <a:off x="1743858" y="1896428"/>
            <a:ext cx="1662335" cy="3429952"/>
          </a:xfrm>
          <a:prstGeom prst="rect">
            <a:avLst/>
          </a:prstGeom>
        </p:spPr>
      </p:pic>
      <p:pic>
        <p:nvPicPr>
          <p:cNvPr id="6" name="Immagine 5">
            <a:extLst>
              <a:ext uri="{FF2B5EF4-FFF2-40B4-BE49-F238E27FC236}">
                <a16:creationId xmlns:a16="http://schemas.microsoft.com/office/drawing/2014/main" id="{9AC85A6E-E40C-F8AE-C454-C5C04E6F7C19}"/>
              </a:ext>
            </a:extLst>
          </p:cNvPr>
          <p:cNvPicPr>
            <a:picLocks noChangeAspect="1"/>
          </p:cNvPicPr>
          <p:nvPr/>
        </p:nvPicPr>
        <p:blipFill>
          <a:blip r:embed="rId3"/>
          <a:stretch>
            <a:fillRect/>
          </a:stretch>
        </p:blipFill>
        <p:spPr>
          <a:xfrm>
            <a:off x="398001" y="5613742"/>
            <a:ext cx="4603037" cy="1035978"/>
          </a:xfrm>
          <a:prstGeom prst="rect">
            <a:avLst/>
          </a:prstGeom>
        </p:spPr>
      </p:pic>
    </p:spTree>
    <p:extLst>
      <p:ext uri="{BB962C8B-B14F-4D97-AF65-F5344CB8AC3E}">
        <p14:creationId xmlns:p14="http://schemas.microsoft.com/office/powerpoint/2010/main" val="1383908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Protocollo </a:t>
            </a:r>
            <a:r>
              <a:rPr lang="it-IT" b="1" dirty="0">
                <a:solidFill>
                  <a:schemeClr val="accent4"/>
                </a:solidFill>
              </a:rPr>
              <a:t>USB</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838200" y="1728236"/>
            <a:ext cx="6352762" cy="4778927"/>
          </a:xfrm>
        </p:spPr>
        <p:txBody>
          <a:bodyPr>
            <a:normAutofit/>
          </a:bodyPr>
          <a:lstStyle/>
          <a:p>
            <a:pPr marL="0" indent="0">
              <a:buNone/>
            </a:pPr>
            <a:endParaRPr lang="it-IT" sz="2200" b="1">
              <a:solidFill>
                <a:schemeClr val="accent4"/>
              </a:solidFill>
            </a:endParaRPr>
          </a:p>
          <a:p>
            <a:pPr marL="0" indent="0">
              <a:buNone/>
            </a:pPr>
            <a:r>
              <a:rPr lang="it-IT" sz="2200" b="1">
                <a:solidFill>
                  <a:schemeClr val="accent4"/>
                </a:solidFill>
              </a:rPr>
              <a:t>RILEVAMENTO DEL DISPOSITIVO</a:t>
            </a:r>
          </a:p>
          <a:p>
            <a:r>
              <a:rPr lang="it-IT" sz="2200"/>
              <a:t>Quando si collega un dispositivo USB al PC, il sistema operativo (come Windows, </a:t>
            </a:r>
            <a:r>
              <a:rPr lang="it-IT" sz="2200" err="1"/>
              <a:t>macOS</a:t>
            </a:r>
            <a:r>
              <a:rPr lang="it-IT" sz="2200"/>
              <a:t>, Linux) rileva la presenza del dispositivo.</a:t>
            </a:r>
          </a:p>
          <a:p>
            <a:r>
              <a:rPr lang="it-IT" sz="2200"/>
              <a:t>Il sistema inizia ad esaminare il dispositivo USB per identificarne il tipo, il </a:t>
            </a:r>
            <a:r>
              <a:rPr lang="it-IT" sz="2200" err="1"/>
              <a:t>vendor</a:t>
            </a:r>
            <a:r>
              <a:rPr lang="it-IT" sz="2200"/>
              <a:t> ID, il product ID e altre informazioni utili.</a:t>
            </a:r>
          </a:p>
          <a:p>
            <a:pPr marL="0" indent="0">
              <a:buNone/>
            </a:pPr>
            <a:endParaRPr lang="it-IT" sz="2200"/>
          </a:p>
        </p:txBody>
      </p:sp>
      <p:pic>
        <p:nvPicPr>
          <p:cNvPr id="6" name="Immagine 5" descr="Immagine che contiene disegno, schizzo, simbolo, design&#10;&#10;Descrizione generata automaticamente">
            <a:extLst>
              <a:ext uri="{FF2B5EF4-FFF2-40B4-BE49-F238E27FC236}">
                <a16:creationId xmlns:a16="http://schemas.microsoft.com/office/drawing/2014/main" id="{741ADD75-3139-0071-08C2-B56E4A30DEDA}"/>
              </a:ext>
            </a:extLst>
          </p:cNvPr>
          <p:cNvPicPr>
            <a:picLocks noChangeAspect="1"/>
          </p:cNvPicPr>
          <p:nvPr/>
        </p:nvPicPr>
        <p:blipFill>
          <a:blip r:embed="rId2"/>
          <a:stretch>
            <a:fillRect/>
          </a:stretch>
        </p:blipFill>
        <p:spPr>
          <a:xfrm>
            <a:off x="8103597" y="2093996"/>
            <a:ext cx="2337568" cy="3388782"/>
          </a:xfrm>
          <a:prstGeom prst="rect">
            <a:avLst/>
          </a:prstGeom>
        </p:spPr>
      </p:pic>
      <p:pic>
        <p:nvPicPr>
          <p:cNvPr id="9" name="Immagine 8">
            <a:extLst>
              <a:ext uri="{FF2B5EF4-FFF2-40B4-BE49-F238E27FC236}">
                <a16:creationId xmlns:a16="http://schemas.microsoft.com/office/drawing/2014/main" id="{D4BAD97C-28F7-96B2-9BBD-0FBB8175628E}"/>
              </a:ext>
            </a:extLst>
          </p:cNvPr>
          <p:cNvPicPr>
            <a:picLocks noChangeAspect="1"/>
          </p:cNvPicPr>
          <p:nvPr/>
        </p:nvPicPr>
        <p:blipFill>
          <a:blip r:embed="rId3"/>
          <a:stretch>
            <a:fillRect/>
          </a:stretch>
        </p:blipFill>
        <p:spPr>
          <a:xfrm>
            <a:off x="838200" y="6164826"/>
            <a:ext cx="10674927" cy="328049"/>
          </a:xfrm>
          <a:prstGeom prst="rect">
            <a:avLst/>
          </a:prstGeom>
        </p:spPr>
      </p:pic>
    </p:spTree>
    <p:extLst>
      <p:ext uri="{BB962C8B-B14F-4D97-AF65-F5344CB8AC3E}">
        <p14:creationId xmlns:p14="http://schemas.microsoft.com/office/powerpoint/2010/main" val="613837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Protocollo </a:t>
            </a:r>
            <a:r>
              <a:rPr lang="it-IT" b="1" dirty="0">
                <a:solidFill>
                  <a:schemeClr val="accent4"/>
                </a:solidFill>
              </a:rPr>
              <a:t>USB</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838200" y="1728236"/>
            <a:ext cx="6352762" cy="4778927"/>
          </a:xfrm>
        </p:spPr>
        <p:txBody>
          <a:bodyPr>
            <a:normAutofit/>
          </a:bodyPr>
          <a:lstStyle/>
          <a:p>
            <a:pPr marL="0" indent="0">
              <a:buNone/>
            </a:pPr>
            <a:endParaRPr lang="it-IT" sz="2200" b="1">
              <a:solidFill>
                <a:schemeClr val="accent4"/>
              </a:solidFill>
            </a:endParaRPr>
          </a:p>
          <a:p>
            <a:pPr marL="0" indent="0">
              <a:buNone/>
            </a:pPr>
            <a:r>
              <a:rPr lang="it-IT" sz="2200" b="1">
                <a:solidFill>
                  <a:schemeClr val="accent4"/>
                </a:solidFill>
              </a:rPr>
              <a:t>IDENTIFICAZIONE E RILEVAMENTO DEL DRIVER</a:t>
            </a:r>
          </a:p>
          <a:p>
            <a:r>
              <a:rPr lang="it-IT" sz="2200"/>
              <a:t>Basandosi sulle informazioni del dispositivo USB (come il </a:t>
            </a:r>
            <a:r>
              <a:rPr lang="it-IT" sz="2200" err="1"/>
              <a:t>vendor</a:t>
            </a:r>
            <a:r>
              <a:rPr lang="it-IT" sz="2200"/>
              <a:t> ID e il product ID), il sistema operativo cerca il driver corrispondente.</a:t>
            </a:r>
          </a:p>
          <a:p>
            <a:r>
              <a:rPr lang="it-IT" sz="2200"/>
              <a:t>Se il driver è già installato nel sistema, viene caricato per gestire il dispositivo</a:t>
            </a:r>
          </a:p>
        </p:txBody>
      </p:sp>
      <p:pic>
        <p:nvPicPr>
          <p:cNvPr id="6" name="Immagine 5" descr="Immagine che contiene disegno, schizzo, simbolo, design&#10;&#10;Descrizione generata automaticamente">
            <a:extLst>
              <a:ext uri="{FF2B5EF4-FFF2-40B4-BE49-F238E27FC236}">
                <a16:creationId xmlns:a16="http://schemas.microsoft.com/office/drawing/2014/main" id="{741ADD75-3139-0071-08C2-B56E4A30DEDA}"/>
              </a:ext>
            </a:extLst>
          </p:cNvPr>
          <p:cNvPicPr>
            <a:picLocks noChangeAspect="1"/>
          </p:cNvPicPr>
          <p:nvPr/>
        </p:nvPicPr>
        <p:blipFill>
          <a:blip r:embed="rId2"/>
          <a:stretch>
            <a:fillRect/>
          </a:stretch>
        </p:blipFill>
        <p:spPr>
          <a:xfrm>
            <a:off x="8103597" y="2093996"/>
            <a:ext cx="2337568" cy="3388782"/>
          </a:xfrm>
          <a:prstGeom prst="rect">
            <a:avLst/>
          </a:prstGeom>
        </p:spPr>
      </p:pic>
    </p:spTree>
    <p:extLst>
      <p:ext uri="{BB962C8B-B14F-4D97-AF65-F5344CB8AC3E}">
        <p14:creationId xmlns:p14="http://schemas.microsoft.com/office/powerpoint/2010/main" val="611161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Protocollo </a:t>
            </a:r>
            <a:r>
              <a:rPr lang="it-IT" b="1" dirty="0">
                <a:solidFill>
                  <a:schemeClr val="accent4"/>
                </a:solidFill>
              </a:rPr>
              <a:t>USB</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838200" y="1728236"/>
            <a:ext cx="6352762" cy="4778927"/>
          </a:xfrm>
        </p:spPr>
        <p:txBody>
          <a:bodyPr>
            <a:normAutofit/>
          </a:bodyPr>
          <a:lstStyle/>
          <a:p>
            <a:pPr marL="0" indent="0">
              <a:buNone/>
            </a:pPr>
            <a:endParaRPr lang="it-IT" sz="2200" b="1">
              <a:solidFill>
                <a:schemeClr val="accent4"/>
              </a:solidFill>
            </a:endParaRPr>
          </a:p>
          <a:p>
            <a:pPr marL="0" indent="0">
              <a:buNone/>
            </a:pPr>
            <a:r>
              <a:rPr lang="it-IT" sz="2200" b="1">
                <a:solidFill>
                  <a:schemeClr val="accent4"/>
                </a:solidFill>
              </a:rPr>
              <a:t>CONFIGURAZIONE DELL’ENDPOINT E PROTOCOLLO</a:t>
            </a:r>
          </a:p>
          <a:p>
            <a:r>
              <a:rPr lang="it-IT" sz="2400"/>
              <a:t>Dopo aver caricato il driver, il sistema operativo e il driver stesso iniziano a configurare la comunicazione con il dispositivo.</a:t>
            </a:r>
          </a:p>
          <a:p>
            <a:r>
              <a:rPr lang="it-IT" sz="2400"/>
              <a:t>I protocolli USB disponibili includono bulk, interrupt, control e </a:t>
            </a:r>
            <a:r>
              <a:rPr lang="it-IT" sz="2400" err="1"/>
              <a:t>isochronous</a:t>
            </a:r>
            <a:r>
              <a:rPr lang="it-IT" sz="2400"/>
              <a:t>. </a:t>
            </a:r>
          </a:p>
        </p:txBody>
      </p:sp>
      <p:pic>
        <p:nvPicPr>
          <p:cNvPr id="6" name="Immagine 5" descr="Immagine che contiene disegno, schizzo, simbolo, design&#10;&#10;Descrizione generata automaticamente">
            <a:extLst>
              <a:ext uri="{FF2B5EF4-FFF2-40B4-BE49-F238E27FC236}">
                <a16:creationId xmlns:a16="http://schemas.microsoft.com/office/drawing/2014/main" id="{741ADD75-3139-0071-08C2-B56E4A30DEDA}"/>
              </a:ext>
            </a:extLst>
          </p:cNvPr>
          <p:cNvPicPr>
            <a:picLocks noChangeAspect="1"/>
          </p:cNvPicPr>
          <p:nvPr/>
        </p:nvPicPr>
        <p:blipFill>
          <a:blip r:embed="rId2"/>
          <a:stretch>
            <a:fillRect/>
          </a:stretch>
        </p:blipFill>
        <p:spPr>
          <a:xfrm>
            <a:off x="8103597" y="2093996"/>
            <a:ext cx="2337568" cy="3388782"/>
          </a:xfrm>
          <a:prstGeom prst="rect">
            <a:avLst/>
          </a:prstGeom>
        </p:spPr>
      </p:pic>
    </p:spTree>
    <p:extLst>
      <p:ext uri="{BB962C8B-B14F-4D97-AF65-F5344CB8AC3E}">
        <p14:creationId xmlns:p14="http://schemas.microsoft.com/office/powerpoint/2010/main" val="2244855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Protocollo </a:t>
            </a:r>
            <a:r>
              <a:rPr lang="it-IT" b="1" dirty="0">
                <a:solidFill>
                  <a:schemeClr val="accent4"/>
                </a:solidFill>
              </a:rPr>
              <a:t>USB</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838200" y="1728236"/>
            <a:ext cx="6352762" cy="4778927"/>
          </a:xfrm>
        </p:spPr>
        <p:txBody>
          <a:bodyPr>
            <a:normAutofit fontScale="92500"/>
          </a:bodyPr>
          <a:lstStyle/>
          <a:p>
            <a:pPr marL="0" indent="0">
              <a:buNone/>
            </a:pPr>
            <a:endParaRPr lang="it-IT" sz="2200" b="1">
              <a:solidFill>
                <a:schemeClr val="accent4"/>
              </a:solidFill>
            </a:endParaRPr>
          </a:p>
          <a:p>
            <a:pPr marL="0" indent="0">
              <a:buNone/>
            </a:pPr>
            <a:r>
              <a:rPr lang="it-IT" sz="2200" b="1">
                <a:solidFill>
                  <a:schemeClr val="accent4"/>
                </a:solidFill>
              </a:rPr>
              <a:t>ASSEGNAZIONE DEGLI ENDPOINT</a:t>
            </a:r>
          </a:p>
          <a:p>
            <a:r>
              <a:rPr lang="it-IT" sz="2200"/>
              <a:t>Gli endpoint USB (come endpoint di controllo, endpoint di interruzione, endpoint bulk, endpoint </a:t>
            </a:r>
            <a:r>
              <a:rPr lang="it-IT" sz="2200" err="1"/>
              <a:t>isochronous</a:t>
            </a:r>
            <a:r>
              <a:rPr lang="it-IT" sz="2200"/>
              <a:t>) vengono assegnati per gestire la comunicazione tra il PC e il dispositivo.</a:t>
            </a:r>
          </a:p>
          <a:p>
            <a:r>
              <a:rPr lang="it-IT" sz="2200" b="1"/>
              <a:t>Endpoint di controllo: </a:t>
            </a:r>
            <a:r>
              <a:rPr lang="it-IT" sz="2200"/>
              <a:t>Utilizzato per comandi di configurazione.</a:t>
            </a:r>
          </a:p>
          <a:p>
            <a:r>
              <a:rPr lang="it-IT" sz="2200" b="1"/>
              <a:t>Endpoint di interruzione: </a:t>
            </a:r>
            <a:r>
              <a:rPr lang="it-IT" sz="2200"/>
              <a:t>Utilizzato per trasferimenti con bassa latenza, come dati da tastiere o mouse.</a:t>
            </a:r>
          </a:p>
          <a:p>
            <a:r>
              <a:rPr lang="it-IT" sz="2200" b="1"/>
              <a:t>Endpoint bulk:</a:t>
            </a:r>
            <a:r>
              <a:rPr lang="it-IT" sz="2200"/>
              <a:t> Utilizzato per trasferimenti di grandi quantità di dati non critici.</a:t>
            </a:r>
          </a:p>
          <a:p>
            <a:r>
              <a:rPr lang="it-IT" sz="2200" b="1"/>
              <a:t>Endpoint </a:t>
            </a:r>
            <a:r>
              <a:rPr lang="it-IT" sz="2200" b="1" err="1"/>
              <a:t>isochronous</a:t>
            </a:r>
            <a:r>
              <a:rPr lang="it-IT" sz="2200" b="1"/>
              <a:t>: </a:t>
            </a:r>
            <a:r>
              <a:rPr lang="it-IT" sz="2200"/>
              <a:t>Utilizzato per trasferimenti in tempo reale, come audio e video.</a:t>
            </a:r>
          </a:p>
          <a:p>
            <a:endParaRPr lang="it-IT" sz="2200"/>
          </a:p>
          <a:p>
            <a:endParaRPr lang="it-IT" sz="2200"/>
          </a:p>
        </p:txBody>
      </p:sp>
      <p:pic>
        <p:nvPicPr>
          <p:cNvPr id="6" name="Immagine 5" descr="Immagine che contiene disegno, schizzo, simbolo, design&#10;&#10;Descrizione generata automaticamente">
            <a:extLst>
              <a:ext uri="{FF2B5EF4-FFF2-40B4-BE49-F238E27FC236}">
                <a16:creationId xmlns:a16="http://schemas.microsoft.com/office/drawing/2014/main" id="{741ADD75-3139-0071-08C2-B56E4A30DEDA}"/>
              </a:ext>
            </a:extLst>
          </p:cNvPr>
          <p:cNvPicPr>
            <a:picLocks noChangeAspect="1"/>
          </p:cNvPicPr>
          <p:nvPr/>
        </p:nvPicPr>
        <p:blipFill>
          <a:blip r:embed="rId2"/>
          <a:stretch>
            <a:fillRect/>
          </a:stretch>
        </p:blipFill>
        <p:spPr>
          <a:xfrm>
            <a:off x="8103597" y="2093996"/>
            <a:ext cx="2337568" cy="3388782"/>
          </a:xfrm>
          <a:prstGeom prst="rect">
            <a:avLst/>
          </a:prstGeom>
        </p:spPr>
      </p:pic>
    </p:spTree>
    <p:extLst>
      <p:ext uri="{BB962C8B-B14F-4D97-AF65-F5344CB8AC3E}">
        <p14:creationId xmlns:p14="http://schemas.microsoft.com/office/powerpoint/2010/main" val="1403617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Protocollo </a:t>
            </a:r>
            <a:r>
              <a:rPr lang="it-IT" b="1" dirty="0">
                <a:solidFill>
                  <a:schemeClr val="accent4"/>
                </a:solidFill>
              </a:rPr>
              <a:t>USB</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838200" y="1728236"/>
            <a:ext cx="6352762" cy="4778927"/>
          </a:xfrm>
        </p:spPr>
        <p:txBody>
          <a:bodyPr>
            <a:normAutofit/>
          </a:bodyPr>
          <a:lstStyle/>
          <a:p>
            <a:pPr marL="0" indent="0">
              <a:buNone/>
            </a:pPr>
            <a:endParaRPr lang="it-IT" sz="2200" b="1">
              <a:solidFill>
                <a:schemeClr val="accent4"/>
              </a:solidFill>
            </a:endParaRPr>
          </a:p>
          <a:p>
            <a:pPr marL="0" indent="0">
              <a:buNone/>
            </a:pPr>
            <a:r>
              <a:rPr lang="it-IT" sz="2200" b="1">
                <a:solidFill>
                  <a:schemeClr val="accent4"/>
                </a:solidFill>
              </a:rPr>
              <a:t>INVIO DI PACCHETTI</a:t>
            </a:r>
          </a:p>
          <a:p>
            <a:r>
              <a:rPr lang="it-IT" sz="1900" b="1" i="0" u="none" strike="noStrike">
                <a:solidFill>
                  <a:srgbClr val="000000"/>
                </a:solidFill>
                <a:effectLst/>
                <a:latin typeface="-webkit-standard"/>
              </a:rPr>
              <a:t>Token di SETUP: </a:t>
            </a:r>
            <a:r>
              <a:rPr lang="it-IT" sz="1900" b="0" i="0" u="none" strike="noStrike">
                <a:solidFill>
                  <a:srgbClr val="000000"/>
                </a:solidFill>
                <a:effectLst/>
                <a:latin typeface="-webkit-standard"/>
              </a:rPr>
              <a:t>Il PC invia un token di SETUP all'endpoint di controllo per avviare una transazione. Questo contiene informazioni su quale operazione deve essere eseguita (lettura, scrittura, configurazione).</a:t>
            </a:r>
          </a:p>
          <a:p>
            <a:r>
              <a:rPr lang="it-IT" sz="1900" b="1" i="0" u="none" strike="noStrike">
                <a:solidFill>
                  <a:srgbClr val="000000"/>
                </a:solidFill>
                <a:effectLst/>
                <a:latin typeface="-webkit-standard"/>
              </a:rPr>
              <a:t>Token IN e OUT: </a:t>
            </a:r>
            <a:r>
              <a:rPr lang="it-IT" sz="1900" b="0" i="0" u="none" strike="noStrike">
                <a:solidFill>
                  <a:srgbClr val="000000"/>
                </a:solidFill>
                <a:effectLst/>
                <a:latin typeface="-webkit-standard"/>
              </a:rPr>
              <a:t>Vengono utilizzati per avviare la trasmissione di dati. Il token IN viene utilizzato per richiedere dati dal dispositivo al PC, mentre il token OUT viene utilizzato per inviare dati dal PC al dispositivo.</a:t>
            </a:r>
          </a:p>
          <a:p>
            <a:r>
              <a:rPr lang="it-IT" sz="1900" b="1" i="0" u="none" strike="noStrike">
                <a:solidFill>
                  <a:srgbClr val="000000"/>
                </a:solidFill>
                <a:effectLst/>
                <a:latin typeface="-webkit-standard"/>
              </a:rPr>
              <a:t>Pacchetti di Dati</a:t>
            </a:r>
            <a:r>
              <a:rPr lang="it-IT" sz="1900" b="0" i="0" u="none" strike="noStrike">
                <a:solidFill>
                  <a:srgbClr val="000000"/>
                </a:solidFill>
                <a:effectLst/>
                <a:latin typeface="-webkit-standard"/>
              </a:rPr>
              <a:t>: Dopo il token, vengono inviati o ricevuti i pacchetti di dati veri e propri. La dimensione di questi pacchetti è specificata durante la configurazione degli endpoint.</a:t>
            </a:r>
            <a:endParaRPr lang="it-IT" sz="1900"/>
          </a:p>
        </p:txBody>
      </p:sp>
      <p:pic>
        <p:nvPicPr>
          <p:cNvPr id="6" name="Immagine 5" descr="Immagine che contiene disegno, schizzo, simbolo, design&#10;&#10;Descrizione generata automaticamente">
            <a:extLst>
              <a:ext uri="{FF2B5EF4-FFF2-40B4-BE49-F238E27FC236}">
                <a16:creationId xmlns:a16="http://schemas.microsoft.com/office/drawing/2014/main" id="{741ADD75-3139-0071-08C2-B56E4A30DEDA}"/>
              </a:ext>
            </a:extLst>
          </p:cNvPr>
          <p:cNvPicPr>
            <a:picLocks noChangeAspect="1"/>
          </p:cNvPicPr>
          <p:nvPr/>
        </p:nvPicPr>
        <p:blipFill>
          <a:blip r:embed="rId2"/>
          <a:stretch>
            <a:fillRect/>
          </a:stretch>
        </p:blipFill>
        <p:spPr>
          <a:xfrm>
            <a:off x="8103597" y="2093996"/>
            <a:ext cx="2337568" cy="3388782"/>
          </a:xfrm>
          <a:prstGeom prst="rect">
            <a:avLst/>
          </a:prstGeom>
        </p:spPr>
      </p:pic>
    </p:spTree>
    <p:extLst>
      <p:ext uri="{BB962C8B-B14F-4D97-AF65-F5344CB8AC3E}">
        <p14:creationId xmlns:p14="http://schemas.microsoft.com/office/powerpoint/2010/main" val="2617441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0699-3200-7D16-9572-B39FCB85B515}"/>
              </a:ext>
            </a:extLst>
          </p:cNvPr>
          <p:cNvSpPr>
            <a:spLocks noGrp="1"/>
          </p:cNvSpPr>
          <p:nvPr>
            <p:ph type="title"/>
          </p:nvPr>
        </p:nvSpPr>
        <p:spPr/>
        <p:txBody>
          <a:bodyPr/>
          <a:lstStyle/>
          <a:p>
            <a:r>
              <a:rPr lang="it-IT" b="1" dirty="0"/>
              <a:t>Protocollo </a:t>
            </a:r>
            <a:r>
              <a:rPr lang="it-IT" b="1" dirty="0">
                <a:solidFill>
                  <a:schemeClr val="accent4"/>
                </a:solidFill>
              </a:rPr>
              <a:t>USB</a:t>
            </a:r>
          </a:p>
        </p:txBody>
      </p:sp>
      <p:sp>
        <p:nvSpPr>
          <p:cNvPr id="3" name="Content Placeholder 2">
            <a:extLst>
              <a:ext uri="{FF2B5EF4-FFF2-40B4-BE49-F238E27FC236}">
                <a16:creationId xmlns:a16="http://schemas.microsoft.com/office/drawing/2014/main" id="{628A9573-1169-BFAB-1624-9BB44CA7B31B}"/>
              </a:ext>
            </a:extLst>
          </p:cNvPr>
          <p:cNvSpPr>
            <a:spLocks noGrp="1"/>
          </p:cNvSpPr>
          <p:nvPr>
            <p:ph sz="half" idx="1"/>
          </p:nvPr>
        </p:nvSpPr>
        <p:spPr>
          <a:xfrm>
            <a:off x="838200" y="1728236"/>
            <a:ext cx="6352762" cy="4778927"/>
          </a:xfrm>
        </p:spPr>
        <p:txBody>
          <a:bodyPr>
            <a:normAutofit/>
          </a:bodyPr>
          <a:lstStyle/>
          <a:p>
            <a:pPr marL="0" indent="0">
              <a:buNone/>
            </a:pPr>
            <a:endParaRPr lang="it-IT" sz="2200" b="1">
              <a:solidFill>
                <a:schemeClr val="accent4"/>
              </a:solidFill>
            </a:endParaRPr>
          </a:p>
          <a:p>
            <a:pPr marL="0" indent="0">
              <a:buNone/>
            </a:pPr>
            <a:r>
              <a:rPr lang="it-IT" sz="2200" b="1">
                <a:solidFill>
                  <a:schemeClr val="accent4"/>
                </a:solidFill>
              </a:rPr>
              <a:t>HANDSHAKE USB</a:t>
            </a:r>
          </a:p>
          <a:p>
            <a:r>
              <a:rPr lang="it-IT" sz="2200"/>
              <a:t>Dopo il trasferimento dei dati, avviene l'</a:t>
            </a:r>
            <a:r>
              <a:rPr lang="it-IT" sz="2200" err="1"/>
              <a:t>handshake</a:t>
            </a:r>
            <a:r>
              <a:rPr lang="it-IT" sz="2200"/>
              <a:t> per confermare la corretta ricezione o invio dei dati.</a:t>
            </a:r>
          </a:p>
          <a:p>
            <a:r>
              <a:rPr lang="it-IT" sz="2200" b="1"/>
              <a:t>ACK (</a:t>
            </a:r>
            <a:r>
              <a:rPr lang="it-IT" sz="2200" b="1" err="1"/>
              <a:t>Acknowledgement</a:t>
            </a:r>
            <a:r>
              <a:rPr lang="it-IT" sz="2200" b="1"/>
              <a:t>): </a:t>
            </a:r>
            <a:r>
              <a:rPr lang="it-IT" sz="2200"/>
              <a:t>Conferma positiva del ricevimento corretto del pacchetto di dati.</a:t>
            </a:r>
          </a:p>
          <a:p>
            <a:r>
              <a:rPr lang="it-IT" sz="2200" b="1"/>
              <a:t>NAK (Negative </a:t>
            </a:r>
            <a:r>
              <a:rPr lang="it-IT" sz="2200" b="1" err="1"/>
              <a:t>Acknowledgement</a:t>
            </a:r>
            <a:r>
              <a:rPr lang="it-IT" sz="2200" b="1"/>
              <a:t>): </a:t>
            </a:r>
            <a:r>
              <a:rPr lang="it-IT" sz="2200"/>
              <a:t>Segnala che il dispositivo non è pronto per ricevere o che c'è stato un errore nella trasmissione.</a:t>
            </a:r>
          </a:p>
          <a:p>
            <a:r>
              <a:rPr lang="it-IT" sz="2200" b="1"/>
              <a:t>STALL</a:t>
            </a:r>
            <a:r>
              <a:rPr lang="it-IT" sz="2200"/>
              <a:t>: Indica che il dispositivo non può o non deve processare la richiesta.</a:t>
            </a:r>
          </a:p>
        </p:txBody>
      </p:sp>
      <p:pic>
        <p:nvPicPr>
          <p:cNvPr id="6" name="Immagine 5" descr="Immagine che contiene disegno, schizzo, simbolo, design&#10;&#10;Descrizione generata automaticamente">
            <a:extLst>
              <a:ext uri="{FF2B5EF4-FFF2-40B4-BE49-F238E27FC236}">
                <a16:creationId xmlns:a16="http://schemas.microsoft.com/office/drawing/2014/main" id="{741ADD75-3139-0071-08C2-B56E4A30DEDA}"/>
              </a:ext>
            </a:extLst>
          </p:cNvPr>
          <p:cNvPicPr>
            <a:picLocks noChangeAspect="1"/>
          </p:cNvPicPr>
          <p:nvPr/>
        </p:nvPicPr>
        <p:blipFill>
          <a:blip r:embed="rId2"/>
          <a:stretch>
            <a:fillRect/>
          </a:stretch>
        </p:blipFill>
        <p:spPr>
          <a:xfrm>
            <a:off x="8103597" y="2093996"/>
            <a:ext cx="2337568" cy="3388782"/>
          </a:xfrm>
          <a:prstGeom prst="rect">
            <a:avLst/>
          </a:prstGeom>
        </p:spPr>
      </p:pic>
    </p:spTree>
    <p:extLst>
      <p:ext uri="{BB962C8B-B14F-4D97-AF65-F5344CB8AC3E}">
        <p14:creationId xmlns:p14="http://schemas.microsoft.com/office/powerpoint/2010/main" val="229759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ED5764-0851-7A6C-1159-B573BE6BCE47}"/>
              </a:ext>
            </a:extLst>
          </p:cNvPr>
          <p:cNvSpPr>
            <a:spLocks noGrp="1"/>
          </p:cNvSpPr>
          <p:nvPr>
            <p:ph type="title"/>
          </p:nvPr>
        </p:nvSpPr>
        <p:spPr>
          <a:xfrm>
            <a:off x="838200" y="0"/>
            <a:ext cx="10515600" cy="1325563"/>
          </a:xfrm>
        </p:spPr>
        <p:txBody>
          <a:bodyPr/>
          <a:lstStyle/>
          <a:p>
            <a:pPr algn="ctr"/>
            <a:r>
              <a:rPr lang="it-IT" b="1" dirty="0"/>
              <a:t>Configurazione </a:t>
            </a:r>
            <a:r>
              <a:rPr lang="it-IT" b="1" dirty="0">
                <a:solidFill>
                  <a:srgbClr val="FFD85D"/>
                </a:solidFill>
              </a:rPr>
              <a:t>USB</a:t>
            </a:r>
            <a:r>
              <a:rPr lang="it-IT" b="1" dirty="0"/>
              <a:t> su STM32</a:t>
            </a:r>
          </a:p>
        </p:txBody>
      </p:sp>
      <p:sp>
        <p:nvSpPr>
          <p:cNvPr id="3" name="Segnaposto contenuto 2">
            <a:extLst>
              <a:ext uri="{FF2B5EF4-FFF2-40B4-BE49-F238E27FC236}">
                <a16:creationId xmlns:a16="http://schemas.microsoft.com/office/drawing/2014/main" id="{1F3E8D29-EADA-ACEE-818E-F808C4D20044}"/>
              </a:ext>
            </a:extLst>
          </p:cNvPr>
          <p:cNvSpPr>
            <a:spLocks noGrp="1"/>
          </p:cNvSpPr>
          <p:nvPr>
            <p:ph idx="1"/>
          </p:nvPr>
        </p:nvSpPr>
        <p:spPr>
          <a:xfrm>
            <a:off x="5294599" y="1650572"/>
            <a:ext cx="6690924" cy="2940310"/>
          </a:xfrm>
        </p:spPr>
        <p:txBody>
          <a:bodyPr>
            <a:normAutofit fontScale="62500" lnSpcReduction="20000"/>
          </a:bodyPr>
          <a:lstStyle/>
          <a:p>
            <a:pPr marL="0" indent="0">
              <a:buNone/>
            </a:pPr>
            <a:r>
              <a:rPr lang="it-IT" sz="3200" dirty="0"/>
              <a:t>Su STM32Cube selezioniamo come tipo di connettività USB.</a:t>
            </a:r>
          </a:p>
          <a:p>
            <a:pPr marL="0" indent="0">
              <a:buNone/>
            </a:pPr>
            <a:r>
              <a:rPr lang="it-IT" sz="3200" dirty="0"/>
              <a:t>In questo modo vengono settate alcune configurazioni di default:</a:t>
            </a:r>
          </a:p>
          <a:p>
            <a:r>
              <a:rPr lang="it-IT" sz="3200" dirty="0"/>
              <a:t> Modalità di funzionamento (supportata solo la </a:t>
            </a:r>
            <a:r>
              <a:rPr lang="it-IT" sz="3200" b="1" dirty="0">
                <a:solidFill>
                  <a:srgbClr val="FFD85D"/>
                </a:solidFill>
              </a:rPr>
              <a:t>Full Speed</a:t>
            </a:r>
            <a:r>
              <a:rPr lang="it-IT" sz="3200" dirty="0"/>
              <a:t>).</a:t>
            </a:r>
          </a:p>
          <a:p>
            <a:r>
              <a:rPr lang="it-IT" sz="3200" dirty="0"/>
              <a:t> Le impostazioni dell’</a:t>
            </a:r>
            <a:r>
              <a:rPr lang="it-IT" sz="3200" b="1" dirty="0">
                <a:solidFill>
                  <a:srgbClr val="FFD85D"/>
                </a:solidFill>
              </a:rPr>
              <a:t>NVIC</a:t>
            </a:r>
            <a:r>
              <a:rPr lang="it-IT" sz="3200" dirty="0"/>
              <a:t> per le interruzioni.</a:t>
            </a:r>
          </a:p>
          <a:p>
            <a:r>
              <a:rPr lang="it-IT" sz="3200" dirty="0"/>
              <a:t>I pin che mappano i segnali USB_DP e USB_DM per collegare eventualmente l’USB tramite GPIO.</a:t>
            </a:r>
          </a:p>
          <a:p>
            <a:endParaRPr lang="it-IT" sz="2000" dirty="0"/>
          </a:p>
          <a:p>
            <a:pPr marL="0" indent="0">
              <a:buNone/>
            </a:pPr>
            <a:r>
              <a:rPr lang="it-IT" dirty="0"/>
              <a:t>  </a:t>
            </a:r>
          </a:p>
        </p:txBody>
      </p:sp>
      <p:pic>
        <p:nvPicPr>
          <p:cNvPr id="5" name="Immagine 4" descr="Immagine che contiene testo, schermata, software, Icona del computer&#10;&#10;Descrizione generata automaticamente">
            <a:extLst>
              <a:ext uri="{FF2B5EF4-FFF2-40B4-BE49-F238E27FC236}">
                <a16:creationId xmlns:a16="http://schemas.microsoft.com/office/drawing/2014/main" id="{3DC3B4D8-67D9-BFB4-89A1-77B5491DBAE4}"/>
              </a:ext>
            </a:extLst>
          </p:cNvPr>
          <p:cNvPicPr>
            <a:picLocks noChangeAspect="1"/>
          </p:cNvPicPr>
          <p:nvPr/>
        </p:nvPicPr>
        <p:blipFill>
          <a:blip r:embed="rId2"/>
          <a:stretch>
            <a:fillRect/>
          </a:stretch>
        </p:blipFill>
        <p:spPr>
          <a:xfrm>
            <a:off x="642120" y="1281461"/>
            <a:ext cx="4264177" cy="2847587"/>
          </a:xfrm>
          <a:prstGeom prst="rect">
            <a:avLst/>
          </a:prstGeom>
        </p:spPr>
      </p:pic>
      <p:pic>
        <p:nvPicPr>
          <p:cNvPr id="7" name="Immagine 6" descr="Immagine che contiene testo, schermata, diagramma, Carattere&#10;&#10;Descrizione generata automaticamente">
            <a:extLst>
              <a:ext uri="{FF2B5EF4-FFF2-40B4-BE49-F238E27FC236}">
                <a16:creationId xmlns:a16="http://schemas.microsoft.com/office/drawing/2014/main" id="{29B94A89-B874-5982-7012-C9947204B3BB}"/>
              </a:ext>
            </a:extLst>
          </p:cNvPr>
          <p:cNvPicPr>
            <a:picLocks noChangeAspect="1"/>
          </p:cNvPicPr>
          <p:nvPr/>
        </p:nvPicPr>
        <p:blipFill>
          <a:blip r:embed="rId3"/>
          <a:stretch>
            <a:fillRect/>
          </a:stretch>
        </p:blipFill>
        <p:spPr>
          <a:xfrm>
            <a:off x="6096000" y="4394824"/>
            <a:ext cx="4178710" cy="2060956"/>
          </a:xfrm>
          <a:prstGeom prst="rect">
            <a:avLst/>
          </a:prstGeom>
        </p:spPr>
      </p:pic>
      <p:sp>
        <p:nvSpPr>
          <p:cNvPr id="8" name="CasellaDiTesto 7">
            <a:extLst>
              <a:ext uri="{FF2B5EF4-FFF2-40B4-BE49-F238E27FC236}">
                <a16:creationId xmlns:a16="http://schemas.microsoft.com/office/drawing/2014/main" id="{5030694C-F151-2FC1-B29C-126FE0350AAB}"/>
              </a:ext>
            </a:extLst>
          </p:cNvPr>
          <p:cNvSpPr txBox="1"/>
          <p:nvPr/>
        </p:nvSpPr>
        <p:spPr>
          <a:xfrm>
            <a:off x="642120" y="4915891"/>
            <a:ext cx="4854677" cy="1200329"/>
          </a:xfrm>
          <a:prstGeom prst="rect">
            <a:avLst/>
          </a:prstGeom>
          <a:noFill/>
        </p:spPr>
        <p:txBody>
          <a:bodyPr wrap="square" rtlCol="0">
            <a:spAutoFit/>
          </a:bodyPr>
          <a:lstStyle/>
          <a:p>
            <a:r>
              <a:rPr lang="it-IT" sz="2400" dirty="0"/>
              <a:t>In </a:t>
            </a:r>
            <a:r>
              <a:rPr lang="it-IT" sz="2400" b="1" dirty="0">
                <a:solidFill>
                  <a:srgbClr val="FFD85D"/>
                </a:solidFill>
              </a:rPr>
              <a:t>Clock </a:t>
            </a:r>
            <a:r>
              <a:rPr lang="it-IT" sz="2400" b="1" dirty="0" err="1">
                <a:solidFill>
                  <a:srgbClr val="FFD85D"/>
                </a:solidFill>
              </a:rPr>
              <a:t>Configuration</a:t>
            </a:r>
            <a:r>
              <a:rPr lang="it-IT" sz="2400" b="1" dirty="0">
                <a:solidFill>
                  <a:srgbClr val="FFD85D"/>
                </a:solidFill>
              </a:rPr>
              <a:t> </a:t>
            </a:r>
            <a:r>
              <a:rPr lang="it-IT" sz="2400" dirty="0"/>
              <a:t>selezioniamo il clock di funzionamento dell’USB a 48MHz</a:t>
            </a:r>
            <a:r>
              <a:rPr lang="it-IT" dirty="0"/>
              <a:t>. </a:t>
            </a:r>
          </a:p>
        </p:txBody>
      </p:sp>
    </p:spTree>
    <p:extLst>
      <p:ext uri="{BB962C8B-B14F-4D97-AF65-F5344CB8AC3E}">
        <p14:creationId xmlns:p14="http://schemas.microsoft.com/office/powerpoint/2010/main" val="2554412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151BB3-2D36-CE80-7473-408965790093}"/>
              </a:ext>
            </a:extLst>
          </p:cNvPr>
          <p:cNvSpPr txBox="1"/>
          <p:nvPr/>
        </p:nvSpPr>
        <p:spPr>
          <a:xfrm>
            <a:off x="1058070" y="379625"/>
            <a:ext cx="10760308" cy="769441"/>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dirty="0" err="1">
                <a:solidFill>
                  <a:schemeClr val="tx1">
                    <a:lumMod val="95000"/>
                    <a:lumOff val="5000"/>
                  </a:schemeClr>
                </a:solidFill>
                <a:latin typeface="+mj-lt"/>
                <a:ea typeface="+mn-lt"/>
                <a:cs typeface="+mn-lt"/>
              </a:rPr>
              <a:t>Modalità</a:t>
            </a:r>
            <a:r>
              <a:rPr lang="en-US" sz="4400" b="1" dirty="0">
                <a:solidFill>
                  <a:schemeClr val="tx1">
                    <a:lumMod val="95000"/>
                    <a:lumOff val="5000"/>
                  </a:schemeClr>
                </a:solidFill>
                <a:latin typeface="+mj-lt"/>
                <a:ea typeface="+mn-lt"/>
                <a:cs typeface="+mn-lt"/>
              </a:rPr>
              <a:t> </a:t>
            </a:r>
            <a:r>
              <a:rPr lang="en-US" sz="4400" b="1" dirty="0">
                <a:solidFill>
                  <a:srgbClr val="FFD85D"/>
                </a:solidFill>
                <a:latin typeface="+mj-lt"/>
                <a:ea typeface="+mn-lt"/>
                <a:cs typeface="+mn-lt"/>
              </a:rPr>
              <a:t>USB Device </a:t>
            </a:r>
            <a:endParaRPr lang="en-US" sz="4400" b="1" dirty="0">
              <a:solidFill>
                <a:srgbClr val="FFD85D"/>
              </a:solidFill>
              <a:latin typeface="+mj-lt"/>
              <a:cs typeface="Calibri"/>
            </a:endParaRPr>
          </a:p>
        </p:txBody>
      </p:sp>
      <p:sp>
        <p:nvSpPr>
          <p:cNvPr id="5" name="TextBox 4">
            <a:extLst>
              <a:ext uri="{FF2B5EF4-FFF2-40B4-BE49-F238E27FC236}">
                <a16:creationId xmlns:a16="http://schemas.microsoft.com/office/drawing/2014/main" id="{471A8D91-4295-6A7F-30DF-D62131483CFA}"/>
              </a:ext>
            </a:extLst>
          </p:cNvPr>
          <p:cNvSpPr txBox="1"/>
          <p:nvPr/>
        </p:nvSpPr>
        <p:spPr>
          <a:xfrm>
            <a:off x="4867275" y="334327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p:txBody>
      </p:sp>
      <p:sp>
        <p:nvSpPr>
          <p:cNvPr id="10" name="TextBox 9">
            <a:extLst>
              <a:ext uri="{FF2B5EF4-FFF2-40B4-BE49-F238E27FC236}">
                <a16:creationId xmlns:a16="http://schemas.microsoft.com/office/drawing/2014/main" id="{898C8E4C-C149-8BED-B905-156B027FD817}"/>
              </a:ext>
            </a:extLst>
          </p:cNvPr>
          <p:cNvSpPr txBox="1"/>
          <p:nvPr/>
        </p:nvSpPr>
        <p:spPr>
          <a:xfrm>
            <a:off x="6238875" y="1885962"/>
            <a:ext cx="4801589" cy="4093428"/>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000" dirty="0">
                <a:ea typeface="+mn-lt"/>
                <a:cs typeface="+mn-lt"/>
              </a:rPr>
              <a:t>I </a:t>
            </a:r>
            <a:r>
              <a:rPr lang="en-US" sz="2000" dirty="0" err="1">
                <a:ea typeface="+mn-lt"/>
                <a:cs typeface="+mn-lt"/>
              </a:rPr>
              <a:t>microcontrollori</a:t>
            </a:r>
            <a:r>
              <a:rPr lang="en-US" sz="2000" dirty="0">
                <a:ea typeface="+mn-lt"/>
                <a:cs typeface="+mn-lt"/>
              </a:rPr>
              <a:t> STM32 </a:t>
            </a:r>
            <a:r>
              <a:rPr lang="en-US" sz="2000" dirty="0" err="1">
                <a:ea typeface="+mn-lt"/>
                <a:cs typeface="+mn-lt"/>
              </a:rPr>
              <a:t>permettono</a:t>
            </a:r>
            <a:r>
              <a:rPr lang="en-US" sz="2000" dirty="0">
                <a:ea typeface="+mn-lt"/>
                <a:cs typeface="+mn-lt"/>
              </a:rPr>
              <a:t> diverse </a:t>
            </a:r>
            <a:r>
              <a:rPr lang="en-US" sz="2000" b="1" dirty="0" err="1">
                <a:solidFill>
                  <a:srgbClr val="FFD85D"/>
                </a:solidFill>
                <a:ea typeface="+mn-lt"/>
                <a:cs typeface="+mn-lt"/>
              </a:rPr>
              <a:t>modalità</a:t>
            </a:r>
            <a:r>
              <a:rPr lang="en-US" sz="2000" b="1" dirty="0">
                <a:solidFill>
                  <a:srgbClr val="FFD85D"/>
                </a:solidFill>
                <a:ea typeface="+mn-lt"/>
                <a:cs typeface="+mn-lt"/>
              </a:rPr>
              <a:t> di </a:t>
            </a:r>
            <a:r>
              <a:rPr lang="en-US" sz="2000" b="1" dirty="0" err="1">
                <a:solidFill>
                  <a:srgbClr val="FFD85D"/>
                </a:solidFill>
                <a:ea typeface="+mn-lt"/>
                <a:cs typeface="+mn-lt"/>
              </a:rPr>
              <a:t>conessione</a:t>
            </a:r>
            <a:r>
              <a:rPr lang="en-US" sz="2000" dirty="0">
                <a:ea typeface="+mn-lt"/>
                <a:cs typeface="+mn-lt"/>
              </a:rPr>
              <a:t>.</a:t>
            </a:r>
          </a:p>
          <a:p>
            <a:endParaRPr lang="en-US" sz="2000" dirty="0">
              <a:ea typeface="+mn-lt"/>
              <a:cs typeface="+mn-lt"/>
            </a:endParaRPr>
          </a:p>
          <a:p>
            <a:pPr marL="342900" indent="-342900">
              <a:buFont typeface="Arial" panose="020B0604020202020204" pitchFamily="34" charset="0"/>
              <a:buChar char="•"/>
            </a:pPr>
            <a:r>
              <a:rPr lang="en-US" sz="2000" dirty="0">
                <a:ea typeface="+mn-lt"/>
                <a:cs typeface="+mn-lt"/>
              </a:rPr>
              <a:t>La STM </a:t>
            </a:r>
            <a:r>
              <a:rPr lang="en-US" sz="2000" dirty="0" err="1">
                <a:ea typeface="+mn-lt"/>
                <a:cs typeface="+mn-lt"/>
              </a:rPr>
              <a:t>fornisce</a:t>
            </a:r>
            <a:r>
              <a:rPr lang="en-US" sz="2000" dirty="0">
                <a:ea typeface="+mn-lt"/>
                <a:cs typeface="+mn-lt"/>
              </a:rPr>
              <a:t> </a:t>
            </a:r>
            <a:r>
              <a:rPr lang="en-US" sz="2000" dirty="0" err="1">
                <a:ea typeface="+mn-lt"/>
                <a:cs typeface="+mn-lt"/>
              </a:rPr>
              <a:t>una</a:t>
            </a:r>
            <a:r>
              <a:rPr lang="en-US" sz="2000" dirty="0">
                <a:ea typeface="+mn-lt"/>
                <a:cs typeface="+mn-lt"/>
              </a:rPr>
              <a:t> </a:t>
            </a:r>
            <a:r>
              <a:rPr lang="en-US" sz="2000" dirty="0" err="1">
                <a:ea typeface="+mn-lt"/>
                <a:cs typeface="+mn-lt"/>
              </a:rPr>
              <a:t>serie</a:t>
            </a:r>
            <a:r>
              <a:rPr lang="en-US" sz="2000" dirty="0">
                <a:ea typeface="+mn-lt"/>
                <a:cs typeface="+mn-lt"/>
              </a:rPr>
              <a:t> di </a:t>
            </a:r>
            <a:r>
              <a:rPr lang="en-US" sz="2000" dirty="0" err="1">
                <a:ea typeface="+mn-lt"/>
                <a:cs typeface="+mn-lt"/>
              </a:rPr>
              <a:t>librerie</a:t>
            </a:r>
            <a:r>
              <a:rPr lang="en-US" sz="2000" dirty="0">
                <a:ea typeface="+mn-lt"/>
                <a:cs typeface="+mn-lt"/>
              </a:rPr>
              <a:t> in base al </a:t>
            </a:r>
            <a:r>
              <a:rPr lang="en-US" sz="2000" dirty="0" err="1">
                <a:ea typeface="+mn-lt"/>
                <a:cs typeface="+mn-lt"/>
              </a:rPr>
              <a:t>ruolo</a:t>
            </a:r>
            <a:r>
              <a:rPr lang="en-US" sz="2000" dirty="0">
                <a:ea typeface="+mn-lt"/>
                <a:cs typeface="+mn-lt"/>
              </a:rPr>
              <a:t> </a:t>
            </a:r>
            <a:r>
              <a:rPr lang="en-US" sz="2000" dirty="0" err="1">
                <a:ea typeface="+mn-lt"/>
                <a:cs typeface="+mn-lt"/>
              </a:rPr>
              <a:t>che</a:t>
            </a:r>
            <a:r>
              <a:rPr lang="en-US" sz="2000" dirty="0">
                <a:ea typeface="+mn-lt"/>
                <a:cs typeface="+mn-lt"/>
              </a:rPr>
              <a:t> il </a:t>
            </a:r>
            <a:r>
              <a:rPr lang="en-US" sz="2000" dirty="0" err="1">
                <a:ea typeface="+mn-lt"/>
                <a:cs typeface="+mn-lt"/>
              </a:rPr>
              <a:t>microcontrollore</a:t>
            </a:r>
            <a:r>
              <a:rPr lang="en-US" sz="2000" dirty="0">
                <a:ea typeface="+mn-lt"/>
                <a:cs typeface="+mn-lt"/>
              </a:rPr>
              <a:t> </a:t>
            </a:r>
            <a:r>
              <a:rPr lang="en-US" sz="2000" dirty="0" err="1">
                <a:ea typeface="+mn-lt"/>
                <a:cs typeface="+mn-lt"/>
              </a:rPr>
              <a:t>svolge</a:t>
            </a:r>
            <a:r>
              <a:rPr lang="en-US" sz="2000" dirty="0">
                <a:ea typeface="+mn-lt"/>
                <a:cs typeface="+mn-lt"/>
              </a:rPr>
              <a:t> </a:t>
            </a:r>
            <a:r>
              <a:rPr lang="en-US" sz="2000" dirty="0" err="1">
                <a:ea typeface="+mn-lt"/>
                <a:cs typeface="+mn-lt"/>
              </a:rPr>
              <a:t>nell’architettura</a:t>
            </a:r>
            <a:r>
              <a:rPr lang="en-US" sz="2000" dirty="0">
                <a:ea typeface="+mn-lt"/>
                <a:cs typeface="+mn-lt"/>
              </a:rPr>
              <a:t> del </a:t>
            </a:r>
            <a:r>
              <a:rPr lang="en-US" sz="2000" dirty="0" err="1">
                <a:ea typeface="+mn-lt"/>
                <a:cs typeface="+mn-lt"/>
              </a:rPr>
              <a:t>sistema</a:t>
            </a:r>
            <a:r>
              <a:rPr lang="en-US" sz="2000" dirty="0">
                <a:ea typeface="+mn-lt"/>
                <a:cs typeface="+mn-lt"/>
              </a:rPr>
              <a:t>.</a:t>
            </a:r>
          </a:p>
          <a:p>
            <a:endParaRPr lang="en-US" sz="2000" dirty="0">
              <a:ea typeface="+mn-lt"/>
              <a:cs typeface="+mn-lt"/>
            </a:endParaRPr>
          </a:p>
          <a:p>
            <a:pPr marL="342900" indent="-342900">
              <a:buFont typeface="Arial" panose="020B0604020202020204" pitchFamily="34" charset="0"/>
              <a:buChar char="•"/>
            </a:pPr>
            <a:r>
              <a:rPr lang="en-US" sz="2000" dirty="0">
                <a:ea typeface="+mn-lt"/>
                <a:cs typeface="+mn-lt"/>
              </a:rPr>
              <a:t>Per il nostro </a:t>
            </a:r>
            <a:r>
              <a:rPr lang="en-US" sz="2000" dirty="0" err="1">
                <a:ea typeface="+mn-lt"/>
                <a:cs typeface="+mn-lt"/>
              </a:rPr>
              <a:t>progetto</a:t>
            </a:r>
            <a:r>
              <a:rPr lang="en-US" sz="2000" dirty="0">
                <a:ea typeface="+mn-lt"/>
                <a:cs typeface="+mn-lt"/>
              </a:rPr>
              <a:t> </a:t>
            </a:r>
            <a:r>
              <a:rPr lang="en-US" sz="2000" dirty="0" err="1">
                <a:ea typeface="+mn-lt"/>
                <a:cs typeface="+mn-lt"/>
              </a:rPr>
              <a:t>abbiamo</a:t>
            </a:r>
            <a:r>
              <a:rPr lang="en-US" sz="2000" dirty="0">
                <a:ea typeface="+mn-lt"/>
                <a:cs typeface="+mn-lt"/>
              </a:rPr>
              <a:t> </a:t>
            </a:r>
            <a:r>
              <a:rPr lang="en-US" sz="2000" dirty="0" err="1">
                <a:ea typeface="+mn-lt"/>
                <a:cs typeface="+mn-lt"/>
              </a:rPr>
              <a:t>usato</a:t>
            </a:r>
            <a:r>
              <a:rPr lang="en-US" sz="2000" dirty="0">
                <a:ea typeface="+mn-lt"/>
                <a:cs typeface="+mn-lt"/>
              </a:rPr>
              <a:t> la </a:t>
            </a:r>
            <a:r>
              <a:rPr lang="en-US" sz="2000" dirty="0" err="1">
                <a:ea typeface="+mn-lt"/>
                <a:cs typeface="+mn-lt"/>
              </a:rPr>
              <a:t>configurazione</a:t>
            </a:r>
            <a:r>
              <a:rPr lang="en-US" sz="2000" dirty="0">
                <a:ea typeface="+mn-lt"/>
                <a:cs typeface="+mn-lt"/>
              </a:rPr>
              <a:t> in cui l’STM32 </a:t>
            </a:r>
            <a:r>
              <a:rPr lang="en-US" sz="2000" dirty="0" err="1">
                <a:ea typeface="+mn-lt"/>
                <a:cs typeface="+mn-lt"/>
              </a:rPr>
              <a:t>funge</a:t>
            </a:r>
            <a:r>
              <a:rPr lang="en-US" sz="2000" dirty="0">
                <a:ea typeface="+mn-lt"/>
                <a:cs typeface="+mn-lt"/>
              </a:rPr>
              <a:t> da Device. Le </a:t>
            </a:r>
            <a:r>
              <a:rPr lang="en-US" sz="2000" dirty="0" err="1">
                <a:ea typeface="+mn-lt"/>
                <a:cs typeface="+mn-lt"/>
              </a:rPr>
              <a:t>librerie</a:t>
            </a:r>
            <a:r>
              <a:rPr lang="en-US" sz="2000" dirty="0">
                <a:ea typeface="+mn-lt"/>
                <a:cs typeface="+mn-lt"/>
              </a:rPr>
              <a:t> </a:t>
            </a:r>
            <a:r>
              <a:rPr lang="en-US" sz="2000" dirty="0" err="1">
                <a:ea typeface="+mn-lt"/>
                <a:cs typeface="+mn-lt"/>
              </a:rPr>
              <a:t>che</a:t>
            </a:r>
            <a:r>
              <a:rPr lang="en-US" sz="2000" dirty="0">
                <a:ea typeface="+mn-lt"/>
                <a:cs typeface="+mn-lt"/>
              </a:rPr>
              <a:t> </a:t>
            </a:r>
            <a:r>
              <a:rPr lang="en-US" sz="2000" dirty="0" err="1">
                <a:ea typeface="+mn-lt"/>
                <a:cs typeface="+mn-lt"/>
              </a:rPr>
              <a:t>abbiamo</a:t>
            </a:r>
            <a:r>
              <a:rPr lang="en-US" sz="2000" dirty="0">
                <a:ea typeface="+mn-lt"/>
                <a:cs typeface="+mn-lt"/>
              </a:rPr>
              <a:t> </a:t>
            </a:r>
            <a:r>
              <a:rPr lang="en-US" sz="2000" dirty="0" err="1">
                <a:ea typeface="+mn-lt"/>
                <a:cs typeface="+mn-lt"/>
              </a:rPr>
              <a:t>dovuto</a:t>
            </a:r>
            <a:r>
              <a:rPr lang="en-US" sz="2000" dirty="0">
                <a:ea typeface="+mn-lt"/>
                <a:cs typeface="+mn-lt"/>
              </a:rPr>
              <a:t> </a:t>
            </a:r>
            <a:r>
              <a:rPr lang="en-US" sz="2000" dirty="0" err="1">
                <a:ea typeface="+mn-lt"/>
                <a:cs typeface="+mn-lt"/>
              </a:rPr>
              <a:t>importare</a:t>
            </a:r>
            <a:r>
              <a:rPr lang="en-US" sz="2000" dirty="0">
                <a:ea typeface="+mn-lt"/>
                <a:cs typeface="+mn-lt"/>
              </a:rPr>
              <a:t> </a:t>
            </a:r>
            <a:r>
              <a:rPr lang="en-US" sz="2000" dirty="0" err="1">
                <a:ea typeface="+mn-lt"/>
                <a:cs typeface="+mn-lt"/>
              </a:rPr>
              <a:t>fanno</a:t>
            </a:r>
            <a:r>
              <a:rPr lang="en-US" sz="2000" dirty="0">
                <a:ea typeface="+mn-lt"/>
                <a:cs typeface="+mn-lt"/>
              </a:rPr>
              <a:t> </a:t>
            </a:r>
            <a:r>
              <a:rPr lang="en-US" sz="2000" dirty="0" err="1">
                <a:ea typeface="+mn-lt"/>
                <a:cs typeface="+mn-lt"/>
              </a:rPr>
              <a:t>parte</a:t>
            </a:r>
            <a:r>
              <a:rPr lang="en-US" sz="2000" dirty="0">
                <a:ea typeface="+mn-lt"/>
                <a:cs typeface="+mn-lt"/>
              </a:rPr>
              <a:t> del </a:t>
            </a:r>
            <a:r>
              <a:rPr lang="en-US" sz="2000" b="1" dirty="0" err="1">
                <a:solidFill>
                  <a:srgbClr val="FFD85D"/>
                </a:solidFill>
                <a:ea typeface="+mn-lt"/>
                <a:cs typeface="+mn-lt"/>
              </a:rPr>
              <a:t>pacchetto</a:t>
            </a:r>
            <a:r>
              <a:rPr lang="en-US" sz="2000" b="1" dirty="0">
                <a:solidFill>
                  <a:srgbClr val="FFD85D"/>
                </a:solidFill>
                <a:ea typeface="+mn-lt"/>
                <a:cs typeface="+mn-lt"/>
              </a:rPr>
              <a:t> Middleware</a:t>
            </a:r>
            <a:r>
              <a:rPr lang="en-US" sz="2000" dirty="0">
                <a:ea typeface="+mn-lt"/>
                <a:cs typeface="+mn-lt"/>
              </a:rPr>
              <a:t> </a:t>
            </a:r>
            <a:r>
              <a:rPr lang="en-US" sz="2000" b="1" dirty="0" err="1">
                <a:solidFill>
                  <a:srgbClr val="FFD85D"/>
                </a:solidFill>
                <a:ea typeface="+mn-lt"/>
                <a:cs typeface="+mn-lt"/>
              </a:rPr>
              <a:t>USB_Device</a:t>
            </a:r>
            <a:r>
              <a:rPr lang="en-US" sz="2000" b="1" dirty="0">
                <a:solidFill>
                  <a:srgbClr val="FFD85D"/>
                </a:solidFill>
                <a:ea typeface="+mn-lt"/>
                <a:cs typeface="+mn-lt"/>
              </a:rPr>
              <a:t>.</a:t>
            </a:r>
            <a:endParaRPr lang="en-US" sz="2000" dirty="0">
              <a:ea typeface="+mn-lt"/>
              <a:cs typeface="+mn-lt"/>
            </a:endParaRPr>
          </a:p>
          <a:p>
            <a:endParaRPr lang="en-US" sz="2000" dirty="0">
              <a:ea typeface="+mn-lt"/>
              <a:cs typeface="+mn-lt"/>
            </a:endParaRPr>
          </a:p>
        </p:txBody>
      </p:sp>
      <p:pic>
        <p:nvPicPr>
          <p:cNvPr id="3" name="Immagine 2" descr="Immagine che contiene testo, schermata, Carattere, numero&#10;&#10;Descrizione generata automaticamente">
            <a:extLst>
              <a:ext uri="{FF2B5EF4-FFF2-40B4-BE49-F238E27FC236}">
                <a16:creationId xmlns:a16="http://schemas.microsoft.com/office/drawing/2014/main" id="{C0549396-89B0-194E-7522-7F911CB07338}"/>
              </a:ext>
            </a:extLst>
          </p:cNvPr>
          <p:cNvPicPr>
            <a:picLocks noChangeAspect="1"/>
          </p:cNvPicPr>
          <p:nvPr/>
        </p:nvPicPr>
        <p:blipFill>
          <a:blip r:embed="rId2"/>
          <a:stretch>
            <a:fillRect/>
          </a:stretch>
        </p:blipFill>
        <p:spPr>
          <a:xfrm>
            <a:off x="1517885" y="1750701"/>
            <a:ext cx="3771429" cy="3923809"/>
          </a:xfrm>
          <a:prstGeom prst="rect">
            <a:avLst/>
          </a:prstGeom>
        </p:spPr>
      </p:pic>
    </p:spTree>
    <p:extLst>
      <p:ext uri="{BB962C8B-B14F-4D97-AF65-F5344CB8AC3E}">
        <p14:creationId xmlns:p14="http://schemas.microsoft.com/office/powerpoint/2010/main" val="3785478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151BB3-2D36-CE80-7473-408965790093}"/>
              </a:ext>
            </a:extLst>
          </p:cNvPr>
          <p:cNvSpPr txBox="1"/>
          <p:nvPr/>
        </p:nvSpPr>
        <p:spPr>
          <a:xfrm>
            <a:off x="1058070" y="379625"/>
            <a:ext cx="10760308" cy="769441"/>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err="1">
                <a:ln>
                  <a:noFill/>
                </a:ln>
                <a:solidFill>
                  <a:prstClr val="black">
                    <a:lumMod val="95000"/>
                    <a:lumOff val="5000"/>
                  </a:prstClr>
                </a:solidFill>
                <a:effectLst/>
                <a:uLnTx/>
                <a:uFillTx/>
                <a:latin typeface="Calibri Light" panose="020F0302020204030204"/>
                <a:ea typeface="Calibri" panose="020F0502020204030204"/>
                <a:cs typeface="Calibri" panose="020F0502020204030204"/>
              </a:rPr>
              <a:t>Descrizione</a:t>
            </a:r>
            <a:r>
              <a:rPr kumimoji="0" lang="en-US" sz="4400" b="1" i="0" u="none" strike="noStrike" kern="1200" cap="none" spc="0" normalizeH="0" baseline="0" noProof="0" dirty="0">
                <a:ln>
                  <a:noFill/>
                </a:ln>
                <a:solidFill>
                  <a:prstClr val="black">
                    <a:lumMod val="95000"/>
                    <a:lumOff val="5000"/>
                  </a:prstClr>
                </a:solidFill>
                <a:effectLst/>
                <a:uLnTx/>
                <a:uFillTx/>
                <a:latin typeface="Calibri Light" panose="020F0302020204030204"/>
                <a:ea typeface="Calibri" panose="020F0502020204030204"/>
                <a:cs typeface="Calibri" panose="020F0502020204030204"/>
              </a:rPr>
              <a:t> </a:t>
            </a:r>
            <a:r>
              <a:rPr kumimoji="0" lang="en-US" sz="4400" b="1" i="0" u="none" strike="noStrike" kern="1200" cap="none" spc="0" normalizeH="0" baseline="0" noProof="0" dirty="0" err="1">
                <a:ln>
                  <a:noFill/>
                </a:ln>
                <a:solidFill>
                  <a:prstClr val="black">
                    <a:lumMod val="95000"/>
                    <a:lumOff val="5000"/>
                  </a:prstClr>
                </a:solidFill>
                <a:effectLst/>
                <a:uLnTx/>
                <a:uFillTx/>
                <a:latin typeface="Calibri Light" panose="020F0302020204030204"/>
                <a:ea typeface="Calibri" panose="020F0502020204030204"/>
                <a:cs typeface="Calibri" panose="020F0502020204030204"/>
              </a:rPr>
              <a:t>delle</a:t>
            </a:r>
            <a:r>
              <a:rPr kumimoji="0" lang="en-US" sz="4400" b="1" i="0" u="none" strike="noStrike" kern="1200" cap="none" spc="0" normalizeH="0" baseline="0" noProof="0" dirty="0">
                <a:ln>
                  <a:noFill/>
                </a:ln>
                <a:solidFill>
                  <a:prstClr val="black">
                    <a:lumMod val="95000"/>
                    <a:lumOff val="5000"/>
                  </a:prstClr>
                </a:solidFill>
                <a:effectLst/>
                <a:uLnTx/>
                <a:uFillTx/>
                <a:latin typeface="Calibri Light" panose="020F0302020204030204"/>
                <a:ea typeface="Calibri" panose="020F0502020204030204"/>
                <a:cs typeface="Calibri" panose="020F0502020204030204"/>
              </a:rPr>
              <a:t> </a:t>
            </a:r>
            <a:r>
              <a:rPr kumimoji="0" lang="en-US" sz="4400" b="1" i="0" u="none" strike="noStrike" kern="1200" cap="none" spc="0" normalizeH="0" baseline="0" noProof="0" dirty="0">
                <a:ln>
                  <a:noFill/>
                </a:ln>
                <a:solidFill>
                  <a:srgbClr val="FFC000"/>
                </a:solidFill>
                <a:effectLst/>
                <a:uLnTx/>
                <a:uFillTx/>
                <a:latin typeface="Calibri Light" panose="020F0302020204030204"/>
                <a:ea typeface="Calibri" panose="020F0502020204030204"/>
                <a:cs typeface="Calibri" panose="020F0502020204030204"/>
              </a:rPr>
              <a:t>USB Device libraries </a:t>
            </a:r>
            <a:endParaRPr kumimoji="0" lang="en-US" sz="4400" b="1" i="0" u="none" strike="noStrike" kern="1200" cap="none" spc="0" normalizeH="0" baseline="0" noProof="0" dirty="0">
              <a:ln>
                <a:noFill/>
              </a:ln>
              <a:solidFill>
                <a:prstClr val="black">
                  <a:lumMod val="85000"/>
                  <a:lumOff val="15000"/>
                </a:prstClr>
              </a:solidFill>
              <a:effectLst/>
              <a:uLnTx/>
              <a:uFillTx/>
              <a:latin typeface="Calibri Light" panose="020F0302020204030204"/>
              <a:ea typeface="+mn-ea"/>
              <a:cs typeface="Calibri"/>
            </a:endParaRPr>
          </a:p>
        </p:txBody>
      </p:sp>
      <p:sp>
        <p:nvSpPr>
          <p:cNvPr id="5" name="TextBox 4">
            <a:extLst>
              <a:ext uri="{FF2B5EF4-FFF2-40B4-BE49-F238E27FC236}">
                <a16:creationId xmlns:a16="http://schemas.microsoft.com/office/drawing/2014/main" id="{471A8D91-4295-6A7F-30DF-D62131483CFA}"/>
              </a:ext>
            </a:extLst>
          </p:cNvPr>
          <p:cNvSpPr txBox="1"/>
          <p:nvPr/>
        </p:nvSpPr>
        <p:spPr>
          <a:xfrm>
            <a:off x="4867275" y="334327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Calibri"/>
            </a:endParaRPr>
          </a:p>
        </p:txBody>
      </p:sp>
      <p:sp>
        <p:nvSpPr>
          <p:cNvPr id="10" name="TextBox 9">
            <a:extLst>
              <a:ext uri="{FF2B5EF4-FFF2-40B4-BE49-F238E27FC236}">
                <a16:creationId xmlns:a16="http://schemas.microsoft.com/office/drawing/2014/main" id="{898C8E4C-C149-8BED-B905-156B027FD817}"/>
              </a:ext>
            </a:extLst>
          </p:cNvPr>
          <p:cNvSpPr txBox="1"/>
          <p:nvPr/>
        </p:nvSpPr>
        <p:spPr>
          <a:xfrm>
            <a:off x="703405" y="1428138"/>
            <a:ext cx="4801589" cy="4616648"/>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dirty="0"/>
              <a:t>Il middleware </a:t>
            </a:r>
            <a:r>
              <a:rPr lang="it-IT" sz="2000" dirty="0" err="1"/>
              <a:t>USB_Device</a:t>
            </a:r>
            <a:r>
              <a:rPr lang="it-IT" sz="2000" dirty="0"/>
              <a:t> è composto da 3 diversi </a:t>
            </a:r>
            <a:r>
              <a:rPr lang="it-IT" sz="2000" dirty="0">
                <a:solidFill>
                  <a:schemeClr val="tx1"/>
                </a:solidFill>
              </a:rPr>
              <a:t>livelli di driver</a:t>
            </a:r>
            <a:r>
              <a:rPr lang="it-IT" sz="2000" dirty="0"/>
              <a:t>:</a:t>
            </a:r>
          </a:p>
          <a:p>
            <a:endParaRPr lang="it-IT" sz="20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1" dirty="0">
                <a:solidFill>
                  <a:srgbClr val="FF3399"/>
                </a:solidFill>
              </a:rPr>
              <a:t>Application</a:t>
            </a:r>
            <a:r>
              <a:rPr lang="it-IT" dirty="0"/>
              <a:t>: include i file legati alla </a:t>
            </a:r>
            <a:r>
              <a:rPr lang="it-IT" dirty="0">
                <a:solidFill>
                  <a:schemeClr val="tx1"/>
                </a:solidFill>
              </a:rPr>
              <a:t>funzionalità</a:t>
            </a:r>
            <a:r>
              <a:rPr lang="it-IT" dirty="0"/>
              <a:t> del dispositivo USB desiderata. Differiscono in base alla classe di appartenenza. Sono anche presenti dei file di configurazione per l’interazione con il livello hardware.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1" dirty="0">
                <a:solidFill>
                  <a:srgbClr val="00B0F0"/>
                </a:solidFill>
              </a:rPr>
              <a:t>USB Device Driver</a:t>
            </a:r>
            <a:r>
              <a:rPr lang="it-IT" b="1" dirty="0"/>
              <a:t>: </a:t>
            </a:r>
            <a:r>
              <a:rPr lang="it-IT" dirty="0"/>
              <a:t>contiene il "Core", che include le </a:t>
            </a:r>
            <a:r>
              <a:rPr lang="it-IT" dirty="0">
                <a:solidFill>
                  <a:schemeClr val="tx1"/>
                </a:solidFill>
              </a:rPr>
              <a:t>API comuni</a:t>
            </a:r>
            <a:r>
              <a:rPr lang="it-IT" dirty="0"/>
              <a:t> a tutte le classi USB STM32 e le "Classi che includono invece le API specifiche.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1" dirty="0">
                <a:solidFill>
                  <a:srgbClr val="00B050"/>
                </a:solidFill>
              </a:rPr>
              <a:t>USB Device HAL Driver</a:t>
            </a:r>
            <a:r>
              <a:rPr lang="it-IT" b="1" dirty="0"/>
              <a:t>: </a:t>
            </a:r>
            <a:r>
              <a:rPr lang="it-IT" dirty="0"/>
              <a:t>Sono i driver appartenenti all’ Hardware </a:t>
            </a:r>
            <a:r>
              <a:rPr lang="it-IT" dirty="0" err="1"/>
              <a:t>Abstraction</a:t>
            </a:r>
            <a:r>
              <a:rPr lang="it-IT" dirty="0"/>
              <a:t> Layer che garantiscono </a:t>
            </a:r>
            <a:r>
              <a:rPr lang="it-IT" dirty="0">
                <a:solidFill>
                  <a:schemeClr val="tx1"/>
                </a:solidFill>
              </a:rPr>
              <a:t>l'interazione con l’hardware</a:t>
            </a:r>
            <a:r>
              <a:rPr lang="it-IT" dirty="0"/>
              <a:t>.</a:t>
            </a:r>
            <a:endParaRPr kumimoji="0" lang="en-US"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Immagine 2" descr="Immagine che contiene testo, schermata, Carattere&#10;&#10;Descrizione generata automaticamente">
            <a:extLst>
              <a:ext uri="{FF2B5EF4-FFF2-40B4-BE49-F238E27FC236}">
                <a16:creationId xmlns:a16="http://schemas.microsoft.com/office/drawing/2014/main" id="{9B921B48-A152-DD09-3E9C-4A5D1BA726BB}"/>
              </a:ext>
            </a:extLst>
          </p:cNvPr>
          <p:cNvPicPr>
            <a:picLocks noChangeAspect="1"/>
          </p:cNvPicPr>
          <p:nvPr/>
        </p:nvPicPr>
        <p:blipFill>
          <a:blip r:embed="rId2"/>
          <a:stretch>
            <a:fillRect/>
          </a:stretch>
        </p:blipFill>
        <p:spPr>
          <a:xfrm>
            <a:off x="6438224" y="1562485"/>
            <a:ext cx="4710602" cy="4624955"/>
          </a:xfrm>
          <a:prstGeom prst="rect">
            <a:avLst/>
          </a:prstGeom>
        </p:spPr>
      </p:pic>
    </p:spTree>
    <p:extLst>
      <p:ext uri="{BB962C8B-B14F-4D97-AF65-F5344CB8AC3E}">
        <p14:creationId xmlns:p14="http://schemas.microsoft.com/office/powerpoint/2010/main" val="389581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151BB3-2D36-CE80-7473-408965790093}"/>
              </a:ext>
            </a:extLst>
          </p:cNvPr>
          <p:cNvSpPr txBox="1"/>
          <p:nvPr/>
        </p:nvSpPr>
        <p:spPr>
          <a:xfrm>
            <a:off x="516042" y="199681"/>
            <a:ext cx="10760308" cy="769441"/>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b="1" dirty="0" err="1">
                <a:solidFill>
                  <a:srgbClr val="FFC000"/>
                </a:solidFill>
                <a:latin typeface="Calibri Light" panose="020F0302020204030204"/>
                <a:ea typeface="Calibri" panose="020F0502020204030204"/>
                <a:cs typeface="Calibri" panose="020F0502020204030204"/>
              </a:rPr>
              <a:t>Classi</a:t>
            </a:r>
            <a:r>
              <a:rPr lang="en-US" sz="4400" b="1" dirty="0">
                <a:solidFill>
                  <a:prstClr val="black">
                    <a:lumMod val="95000"/>
                    <a:lumOff val="5000"/>
                  </a:prstClr>
                </a:solidFill>
                <a:latin typeface="Calibri Light" panose="020F0302020204030204"/>
                <a:ea typeface="Calibri" panose="020F0502020204030204"/>
                <a:cs typeface="Calibri" panose="020F0502020204030204"/>
              </a:rPr>
              <a:t> USB Device</a:t>
            </a:r>
            <a:r>
              <a:rPr kumimoji="0" lang="en-US" sz="4400" b="1" i="0" u="none" strike="noStrike" kern="1200" cap="none" spc="0" normalizeH="0" baseline="0" noProof="0" dirty="0">
                <a:ln>
                  <a:noFill/>
                </a:ln>
                <a:solidFill>
                  <a:srgbClr val="FFC000"/>
                </a:solidFill>
                <a:effectLst/>
                <a:uLnTx/>
                <a:uFillTx/>
                <a:latin typeface="Calibri Light" panose="020F0302020204030204"/>
                <a:ea typeface="Calibri" panose="020F0502020204030204"/>
                <a:cs typeface="Calibri" panose="020F0502020204030204"/>
              </a:rPr>
              <a:t> </a:t>
            </a:r>
            <a:endParaRPr kumimoji="0" lang="en-US" sz="4400" b="1" i="0" u="none" strike="noStrike" kern="1200" cap="none" spc="0" normalizeH="0" baseline="0" noProof="0" dirty="0">
              <a:ln>
                <a:noFill/>
              </a:ln>
              <a:solidFill>
                <a:prstClr val="black">
                  <a:lumMod val="85000"/>
                  <a:lumOff val="15000"/>
                </a:prstClr>
              </a:solidFill>
              <a:effectLst/>
              <a:uLnTx/>
              <a:uFillTx/>
              <a:latin typeface="Calibri Light" panose="020F0302020204030204"/>
              <a:ea typeface="+mn-ea"/>
              <a:cs typeface="Calibri"/>
            </a:endParaRPr>
          </a:p>
        </p:txBody>
      </p:sp>
      <p:sp>
        <p:nvSpPr>
          <p:cNvPr id="5" name="TextBox 4">
            <a:extLst>
              <a:ext uri="{FF2B5EF4-FFF2-40B4-BE49-F238E27FC236}">
                <a16:creationId xmlns:a16="http://schemas.microsoft.com/office/drawing/2014/main" id="{471A8D91-4295-6A7F-30DF-D62131483CFA}"/>
              </a:ext>
            </a:extLst>
          </p:cNvPr>
          <p:cNvSpPr txBox="1"/>
          <p:nvPr/>
        </p:nvSpPr>
        <p:spPr>
          <a:xfrm>
            <a:off x="4867275" y="334327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Calibri"/>
            </a:endParaRPr>
          </a:p>
        </p:txBody>
      </p:sp>
      <p:sp>
        <p:nvSpPr>
          <p:cNvPr id="10" name="TextBox 9">
            <a:extLst>
              <a:ext uri="{FF2B5EF4-FFF2-40B4-BE49-F238E27FC236}">
                <a16:creationId xmlns:a16="http://schemas.microsoft.com/office/drawing/2014/main" id="{898C8E4C-C149-8BED-B905-156B027FD817}"/>
              </a:ext>
            </a:extLst>
          </p:cNvPr>
          <p:cNvSpPr txBox="1"/>
          <p:nvPr/>
        </p:nvSpPr>
        <p:spPr>
          <a:xfrm>
            <a:off x="516042" y="1099034"/>
            <a:ext cx="10411635" cy="400110"/>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2000" dirty="0"/>
              <a:t>Vengono fornite diverse classi USB Device, tutte implementate secondo le specifiche USB 2.0</a:t>
            </a:r>
            <a:r>
              <a:rPr lang="it-IT" sz="2000" dirty="0">
                <a:solidFill>
                  <a:prstClr val="black"/>
                </a:solidFill>
                <a:latin typeface="Calibri" panose="020F0502020204030204"/>
              </a:rPr>
              <a:t>. </a:t>
            </a:r>
            <a:endParaRPr kumimoji="0" lang="it-IT"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CasellaDiTesto 7">
            <a:extLst>
              <a:ext uri="{FF2B5EF4-FFF2-40B4-BE49-F238E27FC236}">
                <a16:creationId xmlns:a16="http://schemas.microsoft.com/office/drawing/2014/main" id="{164F4AF1-079C-4D72-89B2-F46854475668}"/>
              </a:ext>
            </a:extLst>
          </p:cNvPr>
          <p:cNvSpPr txBox="1"/>
          <p:nvPr/>
        </p:nvSpPr>
        <p:spPr>
          <a:xfrm>
            <a:off x="600214" y="1893216"/>
            <a:ext cx="11277321" cy="4524315"/>
          </a:xfrm>
          <a:prstGeom prst="rect">
            <a:avLst/>
          </a:prstGeom>
          <a:noFill/>
        </p:spPr>
        <p:txBody>
          <a:bodyPr wrap="square" rtlCol="0">
            <a:spAutoFit/>
          </a:bodyPr>
          <a:lstStyle/>
          <a:p>
            <a:pPr marL="285750" indent="-285750">
              <a:buFont typeface="Arial" panose="020B0604020202020204" pitchFamily="34" charset="0"/>
              <a:buChar char="•"/>
            </a:pPr>
            <a:r>
              <a:rPr lang="it-IT" b="1" dirty="0">
                <a:solidFill>
                  <a:srgbClr val="FFC000"/>
                </a:solidFill>
              </a:rPr>
              <a:t>Classe Human Interface Devices (HID)</a:t>
            </a:r>
          </a:p>
          <a:p>
            <a:r>
              <a:rPr lang="it-IT" b="1" dirty="0"/>
              <a:t>	</a:t>
            </a:r>
            <a:r>
              <a:rPr lang="it-IT" dirty="0"/>
              <a:t>Permette l'implementazione di dispositivi di interfaccia umana come controller, mouse e tastiere.</a:t>
            </a:r>
          </a:p>
          <a:p>
            <a:pPr marL="285750" indent="-285750">
              <a:buFont typeface="Arial" panose="020B0604020202020204" pitchFamily="34" charset="0"/>
              <a:buChar char="•"/>
            </a:pPr>
            <a:r>
              <a:rPr lang="it-IT" b="1" dirty="0">
                <a:solidFill>
                  <a:srgbClr val="FFC000"/>
                </a:solidFill>
              </a:rPr>
              <a:t>Classe Mass Storage (MSC)</a:t>
            </a:r>
          </a:p>
          <a:p>
            <a:r>
              <a:rPr lang="it-IT" dirty="0"/>
              <a:t>	Permette l'implementazione di dispositivi di archiviazione di massa per la memorizzazione e lo scambio di 	dati via USB.</a:t>
            </a:r>
          </a:p>
          <a:p>
            <a:pPr marL="285750" indent="-285750">
              <a:buFont typeface="Arial" panose="020B0604020202020204" pitchFamily="34" charset="0"/>
              <a:buChar char="•"/>
            </a:pPr>
            <a:r>
              <a:rPr lang="it-IT" b="1" dirty="0">
                <a:solidFill>
                  <a:srgbClr val="FFC000"/>
                </a:solidFill>
              </a:rPr>
              <a:t>Classe Communications Devices (CDC)</a:t>
            </a:r>
          </a:p>
          <a:p>
            <a:r>
              <a:rPr lang="it-IT" dirty="0"/>
              <a:t>	Permette l'implementazione di porte COM virtuali e modem.</a:t>
            </a:r>
          </a:p>
          <a:p>
            <a:pPr marL="285750" indent="-285750">
              <a:buFont typeface="Arial" panose="020B0604020202020204" pitchFamily="34" charset="0"/>
              <a:buChar char="•"/>
            </a:pPr>
            <a:r>
              <a:rPr lang="it-IT" b="1" dirty="0">
                <a:solidFill>
                  <a:srgbClr val="FFC000"/>
                </a:solidFill>
              </a:rPr>
              <a:t>Classe Audio (AC)</a:t>
            </a:r>
            <a:endParaRPr lang="it-IT" dirty="0">
              <a:solidFill>
                <a:srgbClr val="FFC000"/>
              </a:solidFill>
            </a:endParaRPr>
          </a:p>
          <a:p>
            <a:r>
              <a:rPr lang="it-IT" dirty="0"/>
              <a:t>	Permette l'implementazione di dispositivi audio come cuffie e microfoni.</a:t>
            </a:r>
          </a:p>
          <a:p>
            <a:pPr marL="285750" indent="-285750">
              <a:buFont typeface="Arial" panose="020B0604020202020204" pitchFamily="34" charset="0"/>
              <a:buChar char="•"/>
            </a:pPr>
            <a:r>
              <a:rPr lang="it-IT" b="1" dirty="0">
                <a:solidFill>
                  <a:srgbClr val="FFC000"/>
                </a:solidFill>
              </a:rPr>
              <a:t>Classe Device Firmware Upgrade (DFU)</a:t>
            </a:r>
          </a:p>
          <a:p>
            <a:r>
              <a:rPr lang="it-IT" dirty="0"/>
              <a:t>	Permette l'aggiornamento del firmware di dispositivi via USB. </a:t>
            </a:r>
          </a:p>
          <a:p>
            <a:pPr marL="285750" indent="-285750">
              <a:buFont typeface="Arial" panose="020B0604020202020204" pitchFamily="34" charset="0"/>
              <a:buChar char="•"/>
            </a:pPr>
            <a:r>
              <a:rPr lang="it-IT" b="1" dirty="0">
                <a:solidFill>
                  <a:srgbClr val="FFC000"/>
                </a:solidFill>
              </a:rPr>
              <a:t>Classe Billboard (BB)</a:t>
            </a:r>
          </a:p>
          <a:p>
            <a:r>
              <a:rPr lang="it-IT" dirty="0"/>
              <a:t>	Permette la creazione di dispositivi USB semplici che visualizzano informazioni su un computer </a:t>
            </a:r>
            <a:r>
              <a:rPr lang="it-IT" dirty="0" err="1"/>
              <a:t>host</a:t>
            </a:r>
            <a:r>
              <a:rPr lang="it-IT" dirty="0"/>
              <a:t> 	(come mappe, orari o altre informazioni statiche).</a:t>
            </a:r>
          </a:p>
          <a:p>
            <a:pPr marL="285750" indent="-285750">
              <a:buFont typeface="Arial" panose="020B0604020202020204" pitchFamily="34" charset="0"/>
              <a:buChar char="•"/>
            </a:pPr>
            <a:r>
              <a:rPr lang="it-IT" b="1" dirty="0">
                <a:solidFill>
                  <a:srgbClr val="FFC000"/>
                </a:solidFill>
              </a:rPr>
              <a:t>Classe Template</a:t>
            </a:r>
          </a:p>
          <a:p>
            <a:r>
              <a:rPr lang="it-IT" dirty="0"/>
              <a:t>	Fornisce un modello per implementare classi personalizzate.</a:t>
            </a:r>
          </a:p>
        </p:txBody>
      </p:sp>
    </p:spTree>
    <p:extLst>
      <p:ext uri="{BB962C8B-B14F-4D97-AF65-F5344CB8AC3E}">
        <p14:creationId xmlns:p14="http://schemas.microsoft.com/office/powerpoint/2010/main" val="3594085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151BB3-2D36-CE80-7473-408965790093}"/>
              </a:ext>
            </a:extLst>
          </p:cNvPr>
          <p:cNvSpPr txBox="1"/>
          <p:nvPr/>
        </p:nvSpPr>
        <p:spPr>
          <a:xfrm>
            <a:off x="715846" y="180436"/>
            <a:ext cx="10760308" cy="769441"/>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dirty="0">
                <a:solidFill>
                  <a:srgbClr val="FFC000"/>
                </a:solidFill>
                <a:latin typeface="+mj-lt"/>
                <a:ea typeface="+mn-lt"/>
                <a:cs typeface="+mn-lt"/>
              </a:rPr>
              <a:t>CDC</a:t>
            </a:r>
            <a:r>
              <a:rPr lang="en-US" sz="4400" b="1" dirty="0">
                <a:solidFill>
                  <a:schemeClr val="tx1">
                    <a:lumMod val="95000"/>
                    <a:lumOff val="5000"/>
                  </a:schemeClr>
                </a:solidFill>
                <a:latin typeface="+mj-lt"/>
                <a:ea typeface="+mn-lt"/>
                <a:cs typeface="+mn-lt"/>
              </a:rPr>
              <a:t> Device Class</a:t>
            </a:r>
            <a:r>
              <a:rPr lang="en-US" sz="4400" b="1" dirty="0">
                <a:solidFill>
                  <a:srgbClr val="FFC000"/>
                </a:solidFill>
                <a:latin typeface="+mj-lt"/>
                <a:ea typeface="+mn-lt"/>
                <a:cs typeface="+mn-lt"/>
              </a:rPr>
              <a:t> </a:t>
            </a:r>
            <a:endParaRPr lang="en-US" sz="4400" b="1" dirty="0">
              <a:solidFill>
                <a:schemeClr val="tx1">
                  <a:lumMod val="85000"/>
                  <a:lumOff val="15000"/>
                </a:schemeClr>
              </a:solidFill>
              <a:latin typeface="+mj-lt"/>
              <a:cs typeface="Calibri"/>
            </a:endParaRPr>
          </a:p>
        </p:txBody>
      </p:sp>
      <p:sp>
        <p:nvSpPr>
          <p:cNvPr id="5" name="TextBox 4">
            <a:extLst>
              <a:ext uri="{FF2B5EF4-FFF2-40B4-BE49-F238E27FC236}">
                <a16:creationId xmlns:a16="http://schemas.microsoft.com/office/drawing/2014/main" id="{471A8D91-4295-6A7F-30DF-D62131483CFA}"/>
              </a:ext>
            </a:extLst>
          </p:cNvPr>
          <p:cNvSpPr txBox="1"/>
          <p:nvPr/>
        </p:nvSpPr>
        <p:spPr>
          <a:xfrm>
            <a:off x="4867275" y="334327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p:txBody>
      </p:sp>
      <p:pic>
        <p:nvPicPr>
          <p:cNvPr id="8" name="Picture 10">
            <a:extLst>
              <a:ext uri="{FF2B5EF4-FFF2-40B4-BE49-F238E27FC236}">
                <a16:creationId xmlns:a16="http://schemas.microsoft.com/office/drawing/2014/main" id="{277BA99B-8491-D809-BEF0-60A05FA6CAB5}"/>
              </a:ext>
            </a:extLst>
          </p:cNvPr>
          <p:cNvPicPr>
            <a:picLocks noChangeAspect="1"/>
          </p:cNvPicPr>
          <p:nvPr/>
        </p:nvPicPr>
        <p:blipFill>
          <a:blip r:embed="rId2"/>
          <a:srcRect l="5562" r="5562"/>
          <a:stretch/>
        </p:blipFill>
        <p:spPr>
          <a:xfrm>
            <a:off x="378761" y="1208278"/>
            <a:ext cx="5415331" cy="3337643"/>
          </a:xfrm>
          <a:prstGeom prst="rect">
            <a:avLst/>
          </a:prstGeom>
          <a:ln>
            <a:noFill/>
          </a:ln>
          <a:effectLst>
            <a:softEdge rad="112500"/>
          </a:effectLst>
        </p:spPr>
      </p:pic>
      <p:sp>
        <p:nvSpPr>
          <p:cNvPr id="6" name="CasellaDiTesto 5">
            <a:extLst>
              <a:ext uri="{FF2B5EF4-FFF2-40B4-BE49-F238E27FC236}">
                <a16:creationId xmlns:a16="http://schemas.microsoft.com/office/drawing/2014/main" id="{5C791DBC-4C22-2C02-D732-72DB430464CD}"/>
              </a:ext>
            </a:extLst>
          </p:cNvPr>
          <p:cNvSpPr txBox="1"/>
          <p:nvPr/>
        </p:nvSpPr>
        <p:spPr>
          <a:xfrm>
            <a:off x="6018388" y="1219180"/>
            <a:ext cx="4861994" cy="2585323"/>
          </a:xfrm>
          <a:prstGeom prst="rect">
            <a:avLst/>
          </a:prstGeom>
          <a:noFill/>
        </p:spPr>
        <p:txBody>
          <a:bodyPr wrap="square" rtlCol="0">
            <a:spAutoFit/>
          </a:bodyPr>
          <a:lstStyle/>
          <a:p>
            <a:r>
              <a:rPr lang="it-IT" sz="1800" dirty="0"/>
              <a:t>La classe che più si adatta alle esigenze del progetto è risultata essere la </a:t>
            </a:r>
            <a:r>
              <a:rPr lang="it-IT" sz="1800" b="1" dirty="0" err="1">
                <a:solidFill>
                  <a:srgbClr val="FFC000"/>
                </a:solidFill>
              </a:rPr>
              <a:t>Communication</a:t>
            </a:r>
            <a:r>
              <a:rPr lang="it-IT" sz="1800" b="1" dirty="0">
                <a:solidFill>
                  <a:srgbClr val="FFC000"/>
                </a:solidFill>
              </a:rPr>
              <a:t> Device Class.</a:t>
            </a:r>
            <a:endParaRPr lang="it-IT" dirty="0"/>
          </a:p>
          <a:p>
            <a:endParaRPr lang="it-IT" dirty="0"/>
          </a:p>
          <a:p>
            <a:r>
              <a:rPr lang="it-IT" dirty="0"/>
              <a:t>La CDC emula </a:t>
            </a:r>
            <a:r>
              <a:rPr lang="it-IT" b="1" dirty="0">
                <a:solidFill>
                  <a:srgbClr val="FFC000"/>
                </a:solidFill>
              </a:rPr>
              <a:t>porte COM virtuali </a:t>
            </a:r>
            <a:r>
              <a:rPr lang="it-IT" dirty="0"/>
              <a:t>sul computer </a:t>
            </a:r>
            <a:r>
              <a:rPr lang="it-IT" dirty="0" err="1"/>
              <a:t>host</a:t>
            </a:r>
            <a:r>
              <a:rPr lang="it-IT" dirty="0"/>
              <a:t>. Grazie a tale compatibilità e alla modularità sviluppata su più livelli del pacchetto middleware la comunicazione è estremamente facile.</a:t>
            </a:r>
            <a:endParaRPr lang="it-IT" b="1" dirty="0">
              <a:solidFill>
                <a:srgbClr val="FFC000"/>
              </a:solidFill>
            </a:endParaRPr>
          </a:p>
          <a:p>
            <a:endParaRPr lang="it-IT" dirty="0"/>
          </a:p>
        </p:txBody>
      </p:sp>
      <p:sp>
        <p:nvSpPr>
          <p:cNvPr id="7" name="CasellaDiTesto 6">
            <a:extLst>
              <a:ext uri="{FF2B5EF4-FFF2-40B4-BE49-F238E27FC236}">
                <a16:creationId xmlns:a16="http://schemas.microsoft.com/office/drawing/2014/main" id="{DAB9959D-FB3C-C0B5-3D52-6AAE8C80C82E}"/>
              </a:ext>
            </a:extLst>
          </p:cNvPr>
          <p:cNvSpPr txBox="1"/>
          <p:nvPr/>
        </p:nvSpPr>
        <p:spPr>
          <a:xfrm>
            <a:off x="916632" y="4804323"/>
            <a:ext cx="5036494" cy="1200329"/>
          </a:xfrm>
          <a:prstGeom prst="rect">
            <a:avLst/>
          </a:prstGeom>
          <a:noFill/>
        </p:spPr>
        <p:txBody>
          <a:bodyPr wrap="square" rtlCol="0">
            <a:spAutoFit/>
          </a:bodyPr>
          <a:lstStyle/>
          <a:p>
            <a:r>
              <a:rPr lang="it-IT" dirty="0"/>
              <a:t>In fase implementativa è bastato modificare la funzione di ricezione di alto livello </a:t>
            </a:r>
            <a:r>
              <a:rPr lang="it-IT" b="1" dirty="0" err="1">
                <a:solidFill>
                  <a:srgbClr val="FFC000"/>
                </a:solidFill>
              </a:rPr>
              <a:t>CDC_Receive_FS</a:t>
            </a:r>
            <a:r>
              <a:rPr lang="it-IT" b="1" dirty="0">
                <a:solidFill>
                  <a:srgbClr val="FFC000"/>
                </a:solidFill>
              </a:rPr>
              <a:t> </a:t>
            </a:r>
            <a:r>
              <a:rPr lang="it-IT" dirty="0"/>
              <a:t>fornita dalla libreria presente nel file </a:t>
            </a:r>
            <a:r>
              <a:rPr lang="it-IT" b="1" dirty="0" err="1">
                <a:solidFill>
                  <a:srgbClr val="FFC000"/>
                </a:solidFill>
              </a:rPr>
              <a:t>Usbd_cdc_if.c</a:t>
            </a:r>
            <a:r>
              <a:rPr lang="it-IT" b="1" dirty="0">
                <a:solidFill>
                  <a:srgbClr val="FFC000"/>
                </a:solidFill>
              </a:rPr>
              <a:t>.</a:t>
            </a:r>
          </a:p>
          <a:p>
            <a:endParaRPr lang="it-IT" dirty="0"/>
          </a:p>
        </p:txBody>
      </p:sp>
      <p:pic>
        <p:nvPicPr>
          <p:cNvPr id="11" name="Immagine 10" descr="Immagine che contiene testo, schermata, Carattere, numero&#10;&#10;Descrizione generata automaticamente">
            <a:extLst>
              <a:ext uri="{FF2B5EF4-FFF2-40B4-BE49-F238E27FC236}">
                <a16:creationId xmlns:a16="http://schemas.microsoft.com/office/drawing/2014/main" id="{2B6B88AD-4998-712D-7EB9-C3822C11BC83}"/>
              </a:ext>
            </a:extLst>
          </p:cNvPr>
          <p:cNvPicPr>
            <a:picLocks noChangeAspect="1"/>
          </p:cNvPicPr>
          <p:nvPr/>
        </p:nvPicPr>
        <p:blipFill>
          <a:blip r:embed="rId3"/>
          <a:stretch>
            <a:fillRect/>
          </a:stretch>
        </p:blipFill>
        <p:spPr>
          <a:xfrm>
            <a:off x="6167262" y="3804503"/>
            <a:ext cx="3735788" cy="2744534"/>
          </a:xfrm>
          <a:prstGeom prst="rect">
            <a:avLst/>
          </a:prstGeom>
        </p:spPr>
      </p:pic>
    </p:spTree>
    <p:extLst>
      <p:ext uri="{BB962C8B-B14F-4D97-AF65-F5344CB8AC3E}">
        <p14:creationId xmlns:p14="http://schemas.microsoft.com/office/powerpoint/2010/main" val="694226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ED5764-0851-7A6C-1159-B573BE6BCE47}"/>
              </a:ext>
            </a:extLst>
          </p:cNvPr>
          <p:cNvSpPr>
            <a:spLocks noGrp="1"/>
          </p:cNvSpPr>
          <p:nvPr>
            <p:ph type="title"/>
          </p:nvPr>
        </p:nvSpPr>
        <p:spPr>
          <a:xfrm>
            <a:off x="594360" y="318070"/>
            <a:ext cx="10835640" cy="1170038"/>
          </a:xfrm>
        </p:spPr>
        <p:txBody>
          <a:bodyPr>
            <a:normAutofit fontScale="90000"/>
          </a:bodyPr>
          <a:lstStyle/>
          <a:p>
            <a:pPr algn="ctr"/>
            <a:r>
              <a:rPr lang="it-IT" b="1" dirty="0"/>
              <a:t>Configurazione del pacchetto </a:t>
            </a:r>
            <a:r>
              <a:rPr lang="it-IT" b="1" dirty="0">
                <a:solidFill>
                  <a:srgbClr val="FFC000"/>
                </a:solidFill>
              </a:rPr>
              <a:t>Middleware</a:t>
            </a:r>
            <a:r>
              <a:rPr lang="it-IT" b="1" dirty="0">
                <a:solidFill>
                  <a:srgbClr val="FFD85D"/>
                </a:solidFill>
              </a:rPr>
              <a:t> </a:t>
            </a:r>
            <a:r>
              <a:rPr lang="it-IT" b="1" dirty="0"/>
              <a:t>su STM32CUBE</a:t>
            </a:r>
          </a:p>
        </p:txBody>
      </p:sp>
      <p:sp>
        <p:nvSpPr>
          <p:cNvPr id="3" name="Segnaposto contenuto 2">
            <a:extLst>
              <a:ext uri="{FF2B5EF4-FFF2-40B4-BE49-F238E27FC236}">
                <a16:creationId xmlns:a16="http://schemas.microsoft.com/office/drawing/2014/main" id="{1F3E8D29-EADA-ACEE-818E-F808C4D20044}"/>
              </a:ext>
            </a:extLst>
          </p:cNvPr>
          <p:cNvSpPr>
            <a:spLocks noGrp="1"/>
          </p:cNvSpPr>
          <p:nvPr>
            <p:ph idx="1"/>
          </p:nvPr>
        </p:nvSpPr>
        <p:spPr>
          <a:xfrm>
            <a:off x="6233652" y="1650571"/>
            <a:ext cx="5751871" cy="4937041"/>
          </a:xfrm>
        </p:spPr>
        <p:txBody>
          <a:bodyPr>
            <a:normAutofit/>
          </a:bodyPr>
          <a:lstStyle/>
          <a:p>
            <a:pPr marL="0" indent="0">
              <a:buNone/>
            </a:pPr>
            <a:endParaRPr lang="it-IT" sz="3200" dirty="0"/>
          </a:p>
          <a:p>
            <a:endParaRPr lang="it-IT" sz="2000" dirty="0"/>
          </a:p>
          <a:p>
            <a:pPr marL="0" indent="0">
              <a:buNone/>
            </a:pPr>
            <a:r>
              <a:rPr lang="it-IT" dirty="0"/>
              <a:t>  </a:t>
            </a:r>
          </a:p>
        </p:txBody>
      </p:sp>
      <p:pic>
        <p:nvPicPr>
          <p:cNvPr id="6" name="Immagine 5">
            <a:extLst>
              <a:ext uri="{FF2B5EF4-FFF2-40B4-BE49-F238E27FC236}">
                <a16:creationId xmlns:a16="http://schemas.microsoft.com/office/drawing/2014/main" id="{B905B60F-5F8A-BAA6-DC40-1E4EA0F17610}"/>
              </a:ext>
            </a:extLst>
          </p:cNvPr>
          <p:cNvPicPr>
            <a:picLocks noChangeAspect="1"/>
          </p:cNvPicPr>
          <p:nvPr/>
        </p:nvPicPr>
        <p:blipFill>
          <a:blip r:embed="rId2"/>
          <a:stretch>
            <a:fillRect/>
          </a:stretch>
        </p:blipFill>
        <p:spPr>
          <a:xfrm>
            <a:off x="206477" y="1940449"/>
            <a:ext cx="5599439" cy="3477125"/>
          </a:xfrm>
          <a:prstGeom prst="rect">
            <a:avLst/>
          </a:prstGeom>
        </p:spPr>
      </p:pic>
      <p:sp>
        <p:nvSpPr>
          <p:cNvPr id="9" name="CasellaDiTesto 8">
            <a:extLst>
              <a:ext uri="{FF2B5EF4-FFF2-40B4-BE49-F238E27FC236}">
                <a16:creationId xmlns:a16="http://schemas.microsoft.com/office/drawing/2014/main" id="{20C52DF7-E775-E123-FF54-BA62C328B783}"/>
              </a:ext>
            </a:extLst>
          </p:cNvPr>
          <p:cNvSpPr txBox="1"/>
          <p:nvPr/>
        </p:nvSpPr>
        <p:spPr>
          <a:xfrm>
            <a:off x="6390640" y="2687930"/>
            <a:ext cx="4937760" cy="2862322"/>
          </a:xfrm>
          <a:prstGeom prst="rect">
            <a:avLst/>
          </a:prstGeom>
          <a:noFill/>
        </p:spPr>
        <p:txBody>
          <a:bodyPr wrap="square" rtlCol="0">
            <a:spAutoFit/>
          </a:bodyPr>
          <a:lstStyle/>
          <a:p>
            <a:r>
              <a:rPr lang="it-IT" dirty="0"/>
              <a:t>Per permettere tale comunicazione in STM32 è bastato scaricare il pacchetto </a:t>
            </a:r>
            <a:r>
              <a:rPr lang="it-IT" dirty="0" err="1"/>
              <a:t>USB_Device</a:t>
            </a:r>
            <a:r>
              <a:rPr lang="it-IT" dirty="0"/>
              <a:t> e scegliere come classe la CDC.</a:t>
            </a:r>
          </a:p>
          <a:p>
            <a:endParaRPr lang="it-IT" dirty="0"/>
          </a:p>
          <a:p>
            <a:r>
              <a:rPr lang="it-IT" dirty="0"/>
              <a:t>Viene impostato  il VID, il PID, il numero di interfacce virtuali e la grandezza dei buffer in trasmissione e ricezione.</a:t>
            </a:r>
          </a:p>
          <a:p>
            <a:endParaRPr lang="it-IT" dirty="0"/>
          </a:p>
          <a:p>
            <a:endParaRPr lang="it-IT" dirty="0"/>
          </a:p>
          <a:p>
            <a:r>
              <a:rPr lang="it-IT" dirty="0"/>
              <a:t> </a:t>
            </a:r>
          </a:p>
        </p:txBody>
      </p:sp>
    </p:spTree>
    <p:extLst>
      <p:ext uri="{BB962C8B-B14F-4D97-AF65-F5344CB8AC3E}">
        <p14:creationId xmlns:p14="http://schemas.microsoft.com/office/powerpoint/2010/main" val="395213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151BB3-2D36-CE80-7473-408965790093}"/>
              </a:ext>
            </a:extLst>
          </p:cNvPr>
          <p:cNvSpPr txBox="1"/>
          <p:nvPr/>
        </p:nvSpPr>
        <p:spPr>
          <a:xfrm>
            <a:off x="369812" y="395786"/>
            <a:ext cx="10760308" cy="769441"/>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err="1">
                <a:solidFill>
                  <a:schemeClr val="tx1">
                    <a:lumMod val="95000"/>
                    <a:lumOff val="5000"/>
                  </a:schemeClr>
                </a:solidFill>
                <a:latin typeface="+mj-lt"/>
                <a:ea typeface="+mn-lt"/>
                <a:cs typeface="+mn-lt"/>
              </a:rPr>
              <a:t>Collegamento</a:t>
            </a:r>
            <a:r>
              <a:rPr lang="en-US" sz="4400" b="1" dirty="0">
                <a:solidFill>
                  <a:schemeClr val="tx1">
                    <a:lumMod val="95000"/>
                    <a:lumOff val="5000"/>
                  </a:schemeClr>
                </a:solidFill>
                <a:latin typeface="+mj-lt"/>
                <a:ea typeface="+mn-lt"/>
                <a:cs typeface="+mn-lt"/>
              </a:rPr>
              <a:t> del </a:t>
            </a:r>
            <a:r>
              <a:rPr lang="en-US" sz="4400" b="1" dirty="0" err="1">
                <a:solidFill>
                  <a:srgbClr val="FFC000"/>
                </a:solidFill>
                <a:latin typeface="+mj-lt"/>
                <a:ea typeface="+mn-lt"/>
                <a:cs typeface="+mn-lt"/>
              </a:rPr>
              <a:t>sensore</a:t>
            </a:r>
            <a:r>
              <a:rPr lang="en-US" sz="4400" b="1" dirty="0">
                <a:solidFill>
                  <a:srgbClr val="FFC000"/>
                </a:solidFill>
                <a:latin typeface="+mj-lt"/>
                <a:ea typeface="+mn-lt"/>
                <a:cs typeface="+mn-lt"/>
              </a:rPr>
              <a:t> Bluetooth</a:t>
            </a:r>
            <a:endParaRPr lang="en-US" sz="4400" b="1" dirty="0">
              <a:solidFill>
                <a:srgbClr val="FFC000"/>
              </a:solidFill>
              <a:latin typeface="+mj-lt"/>
              <a:cs typeface="Calibri"/>
            </a:endParaRPr>
          </a:p>
        </p:txBody>
      </p:sp>
      <p:sp>
        <p:nvSpPr>
          <p:cNvPr id="5" name="TextBox 4">
            <a:extLst>
              <a:ext uri="{FF2B5EF4-FFF2-40B4-BE49-F238E27FC236}">
                <a16:creationId xmlns:a16="http://schemas.microsoft.com/office/drawing/2014/main" id="{471A8D91-4295-6A7F-30DF-D62131483CFA}"/>
              </a:ext>
            </a:extLst>
          </p:cNvPr>
          <p:cNvSpPr txBox="1"/>
          <p:nvPr/>
        </p:nvSpPr>
        <p:spPr>
          <a:xfrm>
            <a:off x="4867275" y="334327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p:txBody>
      </p:sp>
      <p:pic>
        <p:nvPicPr>
          <p:cNvPr id="8" name="Picture 10" descr="Diagram&#10;&#10;Description automatically generated">
            <a:extLst>
              <a:ext uri="{FF2B5EF4-FFF2-40B4-BE49-F238E27FC236}">
                <a16:creationId xmlns:a16="http://schemas.microsoft.com/office/drawing/2014/main" id="{277BA99B-8491-D809-BEF0-60A05FA6CAB5}"/>
              </a:ext>
            </a:extLst>
          </p:cNvPr>
          <p:cNvPicPr>
            <a:picLocks noChangeAspect="1"/>
          </p:cNvPicPr>
          <p:nvPr/>
        </p:nvPicPr>
        <p:blipFill rotWithShape="1">
          <a:blip r:embed="rId2"/>
          <a:srcRect t="-1" r="26399" b="-1"/>
          <a:stretch/>
        </p:blipFill>
        <p:spPr>
          <a:xfrm>
            <a:off x="853313" y="3219674"/>
            <a:ext cx="5023656" cy="3344518"/>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898C8E4C-C149-8BED-B905-156B027FD817}"/>
              </a:ext>
            </a:extLst>
          </p:cNvPr>
          <p:cNvSpPr txBox="1"/>
          <p:nvPr/>
        </p:nvSpPr>
        <p:spPr>
          <a:xfrm>
            <a:off x="6732244" y="1834657"/>
            <a:ext cx="4801589" cy="3170099"/>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mn-lt"/>
                <a:cs typeface="+mn-lt"/>
              </a:rPr>
              <a:t>Il </a:t>
            </a:r>
            <a:r>
              <a:rPr lang="en-US" sz="2000" b="1" dirty="0" err="1">
                <a:solidFill>
                  <a:srgbClr val="FFC000"/>
                </a:solidFill>
                <a:ea typeface="+mn-lt"/>
                <a:cs typeface="+mn-lt"/>
              </a:rPr>
              <a:t>sensore</a:t>
            </a:r>
            <a:r>
              <a:rPr lang="en-US" sz="2000" b="1" dirty="0">
                <a:solidFill>
                  <a:srgbClr val="FFC000"/>
                </a:solidFill>
                <a:ea typeface="+mn-lt"/>
                <a:cs typeface="+mn-lt"/>
              </a:rPr>
              <a:t> HC-05 </a:t>
            </a:r>
            <a:r>
              <a:rPr lang="en-US" sz="2000" dirty="0" err="1">
                <a:ea typeface="+mn-lt"/>
                <a:cs typeface="+mn-lt"/>
              </a:rPr>
              <a:t>presenta</a:t>
            </a:r>
            <a:r>
              <a:rPr lang="en-US" sz="2000" dirty="0">
                <a:ea typeface="+mn-lt"/>
                <a:cs typeface="+mn-lt"/>
              </a:rPr>
              <a:t> 5 pin:</a:t>
            </a:r>
          </a:p>
          <a:p>
            <a:pPr marL="285750" indent="-285750">
              <a:buFont typeface="Arial"/>
              <a:buChar char="•"/>
            </a:pPr>
            <a:endParaRPr lang="en-US" sz="2000" b="1" dirty="0">
              <a:ea typeface="+mn-lt"/>
              <a:cs typeface="+mn-lt"/>
            </a:endParaRPr>
          </a:p>
          <a:p>
            <a:pPr marL="285750" indent="-285750">
              <a:buFont typeface="Arial"/>
              <a:buChar char="•"/>
            </a:pPr>
            <a:r>
              <a:rPr lang="en-US" sz="2000" b="1" dirty="0">
                <a:solidFill>
                  <a:srgbClr val="FFC000"/>
                </a:solidFill>
                <a:ea typeface="+mn-lt"/>
                <a:cs typeface="+mn-lt"/>
              </a:rPr>
              <a:t>Enable/Key</a:t>
            </a:r>
            <a:r>
              <a:rPr lang="en-US" sz="2000" dirty="0">
                <a:solidFill>
                  <a:srgbClr val="FFC000"/>
                </a:solidFill>
                <a:ea typeface="+mn-lt"/>
                <a:cs typeface="+mn-lt"/>
              </a:rPr>
              <a:t> </a:t>
            </a:r>
            <a:r>
              <a:rPr lang="en-US" sz="2000" dirty="0">
                <a:ea typeface="+mn-lt"/>
                <a:cs typeface="+mn-lt"/>
              </a:rPr>
              <a:t>: </a:t>
            </a:r>
            <a:r>
              <a:rPr lang="en-US" sz="2000" dirty="0" err="1">
                <a:ea typeface="+mn-lt"/>
                <a:cs typeface="+mn-lt"/>
              </a:rPr>
              <a:t>Utilizzato</a:t>
            </a:r>
            <a:r>
              <a:rPr lang="en-US" sz="2000" dirty="0">
                <a:ea typeface="+mn-lt"/>
                <a:cs typeface="+mn-lt"/>
              </a:rPr>
              <a:t> per </a:t>
            </a:r>
            <a:r>
              <a:rPr lang="en-US" sz="2000" dirty="0" err="1">
                <a:ea typeface="+mn-lt"/>
                <a:cs typeface="+mn-lt"/>
              </a:rPr>
              <a:t>selezionare</a:t>
            </a:r>
            <a:r>
              <a:rPr lang="en-US" sz="2000" dirty="0">
                <a:ea typeface="+mn-lt"/>
                <a:cs typeface="+mn-lt"/>
              </a:rPr>
              <a:t> il modo di </a:t>
            </a:r>
            <a:r>
              <a:rPr lang="en-US" sz="2000" dirty="0" err="1">
                <a:ea typeface="+mn-lt"/>
                <a:cs typeface="+mn-lt"/>
              </a:rPr>
              <a:t>funzionamento</a:t>
            </a:r>
            <a:endParaRPr lang="en-US" sz="2000" dirty="0">
              <a:ea typeface="+mn-lt"/>
              <a:cs typeface="+mn-lt"/>
            </a:endParaRPr>
          </a:p>
          <a:p>
            <a:pPr marL="285750" indent="-285750">
              <a:buFont typeface="Arial"/>
              <a:buChar char="•"/>
            </a:pPr>
            <a:r>
              <a:rPr lang="en-US" sz="2000" b="1" dirty="0">
                <a:solidFill>
                  <a:srgbClr val="FFC000"/>
                </a:solidFill>
                <a:ea typeface="+mn-lt"/>
                <a:cs typeface="+mn-lt"/>
              </a:rPr>
              <a:t>VCC</a:t>
            </a:r>
            <a:r>
              <a:rPr lang="en-US" sz="2000" dirty="0">
                <a:ea typeface="+mn-lt"/>
                <a:cs typeface="+mn-lt"/>
              </a:rPr>
              <a:t>: </a:t>
            </a:r>
            <a:r>
              <a:rPr lang="en-US" sz="2000" dirty="0" err="1">
                <a:ea typeface="+mn-lt"/>
                <a:cs typeface="+mn-lt"/>
              </a:rPr>
              <a:t>alimentazione</a:t>
            </a:r>
            <a:r>
              <a:rPr lang="en-US" sz="2000" dirty="0">
                <a:ea typeface="+mn-lt"/>
                <a:cs typeface="+mn-lt"/>
              </a:rPr>
              <a:t> a +5V</a:t>
            </a:r>
            <a:endParaRPr lang="en-US" sz="2000" dirty="0"/>
          </a:p>
          <a:p>
            <a:pPr marL="285750" indent="-285750">
              <a:buFont typeface="Arial"/>
              <a:buChar char="•"/>
            </a:pPr>
            <a:r>
              <a:rPr lang="en-US" sz="2000" b="1" dirty="0">
                <a:solidFill>
                  <a:srgbClr val="FFC000"/>
                </a:solidFill>
                <a:ea typeface="+mn-lt"/>
                <a:cs typeface="+mn-lt"/>
              </a:rPr>
              <a:t>Ground</a:t>
            </a:r>
            <a:r>
              <a:rPr lang="en-US" sz="2000" dirty="0">
                <a:ea typeface="+mn-lt"/>
                <a:cs typeface="+mn-lt"/>
              </a:rPr>
              <a:t>: Massa</a:t>
            </a:r>
            <a:endParaRPr lang="en-US" sz="2000" dirty="0"/>
          </a:p>
          <a:p>
            <a:pPr marL="285750" indent="-285750">
              <a:buFont typeface="Arial"/>
              <a:buChar char="•"/>
            </a:pPr>
            <a:r>
              <a:rPr lang="en-US" sz="2000" b="1" dirty="0">
                <a:solidFill>
                  <a:srgbClr val="FFC000"/>
                </a:solidFill>
                <a:ea typeface="+mn-lt"/>
                <a:cs typeface="+mn-lt"/>
              </a:rPr>
              <a:t>TX</a:t>
            </a:r>
            <a:r>
              <a:rPr lang="en-US" sz="2000" dirty="0">
                <a:ea typeface="+mn-lt"/>
                <a:cs typeface="+mn-lt"/>
              </a:rPr>
              <a:t> : </a:t>
            </a:r>
            <a:r>
              <a:rPr lang="en-US" sz="2000" dirty="0" err="1">
                <a:ea typeface="+mn-lt"/>
                <a:cs typeface="+mn-lt"/>
              </a:rPr>
              <a:t>trasmette</a:t>
            </a:r>
            <a:r>
              <a:rPr lang="en-US" sz="2000" dirty="0">
                <a:ea typeface="+mn-lt"/>
                <a:cs typeface="+mn-lt"/>
              </a:rPr>
              <a:t> </a:t>
            </a:r>
            <a:r>
              <a:rPr lang="en-US" sz="2000" dirty="0" err="1">
                <a:ea typeface="+mn-lt"/>
                <a:cs typeface="+mn-lt"/>
              </a:rPr>
              <a:t>dati</a:t>
            </a:r>
            <a:r>
              <a:rPr lang="en-US" sz="2000" dirty="0">
                <a:ea typeface="+mn-lt"/>
                <a:cs typeface="+mn-lt"/>
              </a:rPr>
              <a:t> </a:t>
            </a:r>
            <a:r>
              <a:rPr lang="en-US" sz="2000" dirty="0" err="1">
                <a:ea typeface="+mn-lt"/>
                <a:cs typeface="+mn-lt"/>
              </a:rPr>
              <a:t>seriale</a:t>
            </a:r>
            <a:endParaRPr lang="en-US" sz="2000" dirty="0"/>
          </a:p>
          <a:p>
            <a:pPr marL="285750" indent="-285750">
              <a:buFont typeface="Arial"/>
              <a:buChar char="•"/>
            </a:pPr>
            <a:r>
              <a:rPr lang="en-US" sz="2000" b="1" dirty="0">
                <a:solidFill>
                  <a:srgbClr val="FFC000"/>
                </a:solidFill>
                <a:ea typeface="+mn-lt"/>
                <a:cs typeface="+mn-lt"/>
              </a:rPr>
              <a:t>RX</a:t>
            </a:r>
            <a:r>
              <a:rPr lang="en-US" sz="2000" dirty="0">
                <a:ea typeface="+mn-lt"/>
                <a:cs typeface="+mn-lt"/>
              </a:rPr>
              <a:t> : </a:t>
            </a:r>
            <a:r>
              <a:rPr lang="en-US" sz="2000" dirty="0" err="1">
                <a:ea typeface="+mn-lt"/>
                <a:cs typeface="+mn-lt"/>
              </a:rPr>
              <a:t>riceve</a:t>
            </a:r>
            <a:r>
              <a:rPr lang="en-US" sz="2000" dirty="0">
                <a:ea typeface="+mn-lt"/>
                <a:cs typeface="+mn-lt"/>
              </a:rPr>
              <a:t> </a:t>
            </a:r>
            <a:r>
              <a:rPr lang="en-US" sz="2000" dirty="0" err="1">
                <a:ea typeface="+mn-lt"/>
                <a:cs typeface="+mn-lt"/>
              </a:rPr>
              <a:t>dati</a:t>
            </a:r>
            <a:r>
              <a:rPr lang="en-US" sz="2000" dirty="0">
                <a:ea typeface="+mn-lt"/>
                <a:cs typeface="+mn-lt"/>
              </a:rPr>
              <a:t> </a:t>
            </a:r>
            <a:r>
              <a:rPr lang="en-US" sz="2000" dirty="0" err="1">
                <a:ea typeface="+mn-lt"/>
                <a:cs typeface="+mn-lt"/>
              </a:rPr>
              <a:t>seriali</a:t>
            </a:r>
            <a:endParaRPr lang="en-US" sz="2000" dirty="0"/>
          </a:p>
          <a:p>
            <a:pPr marL="285750" indent="-285750">
              <a:buFont typeface="Arial"/>
              <a:buChar char="•"/>
            </a:pPr>
            <a:r>
              <a:rPr lang="en-US" sz="2000" b="1" dirty="0">
                <a:solidFill>
                  <a:srgbClr val="FFC000"/>
                </a:solidFill>
                <a:ea typeface="+mn-lt"/>
                <a:cs typeface="+mn-lt"/>
              </a:rPr>
              <a:t>State</a:t>
            </a:r>
            <a:r>
              <a:rPr lang="en-US" sz="2000" dirty="0">
                <a:ea typeface="+mn-lt"/>
                <a:cs typeface="+mn-lt"/>
              </a:rPr>
              <a:t>: </a:t>
            </a:r>
            <a:r>
              <a:rPr lang="en-US" sz="2000" dirty="0" err="1">
                <a:ea typeface="+mn-lt"/>
                <a:cs typeface="+mn-lt"/>
              </a:rPr>
              <a:t>che</a:t>
            </a:r>
            <a:r>
              <a:rPr lang="en-US" sz="2000" dirty="0">
                <a:ea typeface="+mn-lt"/>
                <a:cs typeface="+mn-lt"/>
              </a:rPr>
              <a:t> indica lo </a:t>
            </a:r>
            <a:r>
              <a:rPr lang="en-US" sz="2000" dirty="0" err="1">
                <a:ea typeface="+mn-lt"/>
                <a:cs typeface="+mn-lt"/>
              </a:rPr>
              <a:t>stato</a:t>
            </a:r>
            <a:r>
              <a:rPr lang="en-US" sz="2000" dirty="0">
                <a:ea typeface="+mn-lt"/>
                <a:cs typeface="+mn-lt"/>
              </a:rPr>
              <a:t> di </a:t>
            </a:r>
            <a:r>
              <a:rPr lang="en-US" sz="2000" dirty="0" err="1">
                <a:ea typeface="+mn-lt"/>
                <a:cs typeface="+mn-lt"/>
              </a:rPr>
              <a:t>connessione</a:t>
            </a:r>
            <a:r>
              <a:rPr lang="en-US" sz="2000" dirty="0">
                <a:ea typeface="+mn-lt"/>
                <a:cs typeface="+mn-lt"/>
              </a:rPr>
              <a:t> </a:t>
            </a:r>
            <a:r>
              <a:rPr lang="en-US" sz="2000" dirty="0" err="1">
                <a:ea typeface="+mn-lt"/>
                <a:cs typeface="+mn-lt"/>
              </a:rPr>
              <a:t>della</a:t>
            </a:r>
            <a:r>
              <a:rPr lang="en-US" sz="2000" dirty="0">
                <a:ea typeface="+mn-lt"/>
                <a:cs typeface="+mn-lt"/>
              </a:rPr>
              <a:t> </a:t>
            </a:r>
            <a:r>
              <a:rPr lang="en-US" sz="2000" dirty="0" err="1">
                <a:ea typeface="+mn-lt"/>
                <a:cs typeface="+mn-lt"/>
              </a:rPr>
              <a:t>periferica</a:t>
            </a:r>
            <a:endParaRPr lang="en-US" sz="2000" dirty="0">
              <a:ea typeface="+mn-lt"/>
              <a:cs typeface="+mn-lt"/>
            </a:endParaRPr>
          </a:p>
        </p:txBody>
      </p:sp>
      <p:sp>
        <p:nvSpPr>
          <p:cNvPr id="11" name="TextBox 10">
            <a:extLst>
              <a:ext uri="{FF2B5EF4-FFF2-40B4-BE49-F238E27FC236}">
                <a16:creationId xmlns:a16="http://schemas.microsoft.com/office/drawing/2014/main" id="{8D9DF528-1BA0-DDC3-73BB-7D63EECED452}"/>
              </a:ext>
            </a:extLst>
          </p:cNvPr>
          <p:cNvSpPr txBox="1"/>
          <p:nvPr/>
        </p:nvSpPr>
        <p:spPr>
          <a:xfrm>
            <a:off x="6790132" y="5304747"/>
            <a:ext cx="4754256" cy="1015663"/>
          </a:xfrm>
          <a:prstGeom prst="rect">
            <a:avLst/>
          </a:prstGeom>
          <a:noFill/>
        </p:spPr>
        <p:txBody>
          <a:bodyPr wrap="square">
            <a:spAutoFit/>
          </a:bodyPr>
          <a:lstStyle/>
          <a:p>
            <a:r>
              <a:rPr lang="en-US" sz="2000" dirty="0" err="1">
                <a:ea typeface="+mn-lt"/>
                <a:cs typeface="+mn-lt"/>
              </a:rPr>
              <a:t>Oltre</a:t>
            </a:r>
            <a:r>
              <a:rPr lang="en-US" sz="2000" dirty="0">
                <a:ea typeface="+mn-lt"/>
                <a:cs typeface="+mn-lt"/>
              </a:rPr>
              <a:t> ai pin di </a:t>
            </a:r>
            <a:r>
              <a:rPr lang="en-US" sz="2000" dirty="0" err="1">
                <a:ea typeface="+mn-lt"/>
                <a:cs typeface="+mn-lt"/>
              </a:rPr>
              <a:t>alimentazione</a:t>
            </a:r>
            <a:r>
              <a:rPr lang="en-US" sz="2000" dirty="0">
                <a:ea typeface="+mn-lt"/>
                <a:cs typeface="+mn-lt"/>
              </a:rPr>
              <a:t>, </a:t>
            </a:r>
            <a:r>
              <a:rPr lang="en-US" sz="2000" dirty="0" err="1">
                <a:ea typeface="+mn-lt"/>
                <a:cs typeface="+mn-lt"/>
              </a:rPr>
              <a:t>abbiamo</a:t>
            </a:r>
            <a:r>
              <a:rPr lang="en-US" sz="2000" dirty="0">
                <a:ea typeface="+mn-lt"/>
                <a:cs typeface="+mn-lt"/>
              </a:rPr>
              <a:t> </a:t>
            </a:r>
            <a:r>
              <a:rPr lang="en-US" sz="2000" dirty="0" err="1">
                <a:ea typeface="+mn-lt"/>
                <a:cs typeface="+mn-lt"/>
              </a:rPr>
              <a:t>connesso</a:t>
            </a:r>
            <a:r>
              <a:rPr lang="en-US" sz="2000" dirty="0">
                <a:ea typeface="+mn-lt"/>
                <a:cs typeface="+mn-lt"/>
              </a:rPr>
              <a:t> il pin TX all’</a:t>
            </a:r>
            <a:r>
              <a:rPr lang="en-US" sz="2000" b="1" dirty="0">
                <a:solidFill>
                  <a:srgbClr val="FFC000"/>
                </a:solidFill>
                <a:ea typeface="+mn-lt"/>
                <a:cs typeface="+mn-lt"/>
              </a:rPr>
              <a:t>UART4</a:t>
            </a:r>
            <a:r>
              <a:rPr lang="en-US" sz="2000" dirty="0">
                <a:ea typeface="+mn-lt"/>
                <a:cs typeface="+mn-lt"/>
              </a:rPr>
              <a:t> del </a:t>
            </a:r>
            <a:r>
              <a:rPr lang="en-US" sz="2000" dirty="0" err="1">
                <a:ea typeface="+mn-lt"/>
                <a:cs typeface="+mn-lt"/>
              </a:rPr>
              <a:t>microcontrollore</a:t>
            </a:r>
            <a:endParaRPr lang="en-US" sz="2000" dirty="0">
              <a:ea typeface="+mn-lt"/>
              <a:cs typeface="+mn-lt"/>
            </a:endParaRPr>
          </a:p>
        </p:txBody>
      </p:sp>
      <p:pic>
        <p:nvPicPr>
          <p:cNvPr id="12" name="Picture 6">
            <a:extLst>
              <a:ext uri="{FF2B5EF4-FFF2-40B4-BE49-F238E27FC236}">
                <a16:creationId xmlns:a16="http://schemas.microsoft.com/office/drawing/2014/main" id="{1A99BFB1-F749-5F38-21F2-E84470ED3D3B}"/>
              </a:ext>
            </a:extLst>
          </p:cNvPr>
          <p:cNvPicPr>
            <a:picLocks noChangeAspect="1"/>
          </p:cNvPicPr>
          <p:nvPr/>
        </p:nvPicPr>
        <p:blipFill rotWithShape="1">
          <a:blip r:embed="rId3"/>
          <a:srcRect t="-14109" b="-9996"/>
          <a:stretch/>
        </p:blipFill>
        <p:spPr>
          <a:xfrm>
            <a:off x="1203158" y="1527341"/>
            <a:ext cx="4306784" cy="1330088"/>
          </a:xfrm>
          <a:prstGeom prst="rect">
            <a:avLst/>
          </a:prstGeom>
          <a:solidFill>
            <a:schemeClr val="bg1"/>
          </a:solidFill>
          <a:ln>
            <a:solidFill>
              <a:schemeClr val="tx1"/>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87900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F8FA7DFD-E4F0-EC5C-698E-28A670D86BF7}"/>
              </a:ext>
            </a:extLst>
          </p:cNvPr>
          <p:cNvSpPr>
            <a:spLocks noGrp="1"/>
          </p:cNvSpPr>
          <p:nvPr>
            <p:ph type="title"/>
          </p:nvPr>
        </p:nvSpPr>
        <p:spPr>
          <a:xfrm>
            <a:off x="348826" y="260356"/>
            <a:ext cx="11488936" cy="923330"/>
          </a:xfrm>
          <a:ln>
            <a:solidFill>
              <a:schemeClr val="bg1"/>
            </a:solidFill>
          </a:ln>
        </p:spPr>
        <p:style>
          <a:lnRef idx="2">
            <a:schemeClr val="accent4"/>
          </a:lnRef>
          <a:fillRef idx="1">
            <a:schemeClr val="lt1"/>
          </a:fillRef>
          <a:effectRef idx="0">
            <a:schemeClr val="accent4"/>
          </a:effectRef>
          <a:fontRef idx="minor">
            <a:schemeClr val="dk1"/>
          </a:fontRef>
        </p:style>
        <p:txBody>
          <a:bodyPr>
            <a:normAutofit/>
          </a:bodyPr>
          <a:lstStyle/>
          <a:p>
            <a:r>
              <a:rPr lang="it-IT" b="1" dirty="0">
                <a:latin typeface="+mj-lt"/>
              </a:rPr>
              <a:t>Configurazione della </a:t>
            </a:r>
            <a:r>
              <a:rPr lang="it-IT" b="1" dirty="0">
                <a:solidFill>
                  <a:srgbClr val="FFC000"/>
                </a:solidFill>
                <a:latin typeface="+mj-lt"/>
              </a:rPr>
              <a:t>UART</a:t>
            </a:r>
            <a:endParaRPr lang="it-IT" b="1" dirty="0">
              <a:solidFill>
                <a:srgbClr val="FFC000"/>
              </a:solidFill>
              <a:latin typeface="+mj-lt"/>
              <a:cs typeface="Calibri Light"/>
            </a:endParaRPr>
          </a:p>
        </p:txBody>
      </p:sp>
      <p:sp>
        <p:nvSpPr>
          <p:cNvPr id="19" name="CasellaDiTesto 18">
            <a:extLst>
              <a:ext uri="{FF2B5EF4-FFF2-40B4-BE49-F238E27FC236}">
                <a16:creationId xmlns:a16="http://schemas.microsoft.com/office/drawing/2014/main" id="{0883D92A-CA7F-E01B-EC3F-A02045CA74DE}"/>
              </a:ext>
            </a:extLst>
          </p:cNvPr>
          <p:cNvSpPr txBox="1"/>
          <p:nvPr/>
        </p:nvSpPr>
        <p:spPr>
          <a:xfrm>
            <a:off x="768956" y="5016500"/>
            <a:ext cx="4510730" cy="369332"/>
          </a:xfrm>
          <a:prstGeom prst="rect">
            <a:avLst/>
          </a:prstGeom>
          <a:noFill/>
        </p:spPr>
        <p:txBody>
          <a:bodyPr wrap="square" lIns="91440" tIns="45720" rIns="91440" bIns="45720" rtlCol="0" anchor="t">
            <a:spAutoFit/>
          </a:bodyPr>
          <a:lstStyle/>
          <a:p>
            <a:pPr algn="ctr"/>
            <a:endParaRPr lang="it-IT">
              <a:cs typeface="Calibri"/>
            </a:endParaRPr>
          </a:p>
        </p:txBody>
      </p:sp>
      <p:pic>
        <p:nvPicPr>
          <p:cNvPr id="2" name="Picture 5" descr="Graphical user interface&#10;&#10;Description automatically generated">
            <a:extLst>
              <a:ext uri="{FF2B5EF4-FFF2-40B4-BE49-F238E27FC236}">
                <a16:creationId xmlns:a16="http://schemas.microsoft.com/office/drawing/2014/main" id="{3DFF37D9-8B9C-116E-5FDB-0F7C99A9BD0A}"/>
              </a:ext>
            </a:extLst>
          </p:cNvPr>
          <p:cNvPicPr>
            <a:picLocks noChangeAspect="1"/>
          </p:cNvPicPr>
          <p:nvPr/>
        </p:nvPicPr>
        <p:blipFill>
          <a:blip r:embed="rId2"/>
          <a:stretch>
            <a:fillRect/>
          </a:stretch>
        </p:blipFill>
        <p:spPr>
          <a:xfrm>
            <a:off x="8016671" y="493607"/>
            <a:ext cx="2462642" cy="2935393"/>
          </a:xfrm>
          <a:prstGeom prst="rect">
            <a:avLst/>
          </a:prstGeom>
          <a:ln w="6350">
            <a:solidFill>
              <a:schemeClr val="tx1"/>
            </a:solidFill>
          </a:ln>
          <a:effectLst>
            <a:outerShdw blurRad="292100" dist="139700" dir="2700000" algn="tl" rotWithShape="0">
              <a:srgbClr val="333333">
                <a:alpha val="65000"/>
              </a:srgbClr>
            </a:outerShdw>
          </a:effectLst>
        </p:spPr>
      </p:pic>
      <p:pic>
        <p:nvPicPr>
          <p:cNvPr id="3" name="Picture 7" descr="Graphical user interface, text, application&#10;&#10;Description automatically generated">
            <a:extLst>
              <a:ext uri="{FF2B5EF4-FFF2-40B4-BE49-F238E27FC236}">
                <a16:creationId xmlns:a16="http://schemas.microsoft.com/office/drawing/2014/main" id="{BA3C16EF-649C-08B8-482C-95F4B1998790}"/>
              </a:ext>
            </a:extLst>
          </p:cNvPr>
          <p:cNvPicPr>
            <a:picLocks noChangeAspect="1"/>
          </p:cNvPicPr>
          <p:nvPr/>
        </p:nvPicPr>
        <p:blipFill rotWithShape="1">
          <a:blip r:embed="rId3"/>
          <a:srcRect t="7121"/>
          <a:stretch/>
        </p:blipFill>
        <p:spPr>
          <a:xfrm>
            <a:off x="6768022" y="3662251"/>
            <a:ext cx="4954259" cy="507374"/>
          </a:xfrm>
          <a:prstGeom prst="rect">
            <a:avLst/>
          </a:prstGeom>
          <a:ln w="6350">
            <a:solidFill>
              <a:schemeClr val="tx1"/>
            </a:solid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2BE43867-76B4-6588-7B55-F959A40CAD54}"/>
              </a:ext>
            </a:extLst>
          </p:cNvPr>
          <p:cNvSpPr txBox="1"/>
          <p:nvPr/>
        </p:nvSpPr>
        <p:spPr>
          <a:xfrm>
            <a:off x="806127" y="1440355"/>
            <a:ext cx="5527196" cy="1107996"/>
          </a:xfrm>
          <a:prstGeom prst="rect">
            <a:avLst/>
          </a:prstGeom>
          <a:solidFill>
            <a:schemeClr val="bg1"/>
          </a:solidFill>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dirty="0" err="1">
                <a:latin typeface="Calibri" panose="020F0502020204030204" pitchFamily="34" charset="0"/>
                <a:ea typeface="+mn-lt"/>
                <a:cs typeface="Calibri" panose="020F0502020204030204" pitchFamily="34" charset="0"/>
              </a:rPr>
              <a:t>Abbiamo</a:t>
            </a:r>
            <a:r>
              <a:rPr lang="en-US" sz="2200" dirty="0">
                <a:latin typeface="Calibri" panose="020F0502020204030204" pitchFamily="34" charset="0"/>
                <a:ea typeface="+mn-lt"/>
                <a:cs typeface="Calibri" panose="020F0502020204030204" pitchFamily="34" charset="0"/>
              </a:rPr>
              <a:t> </a:t>
            </a:r>
            <a:r>
              <a:rPr lang="en-US" sz="2200" b="1" dirty="0" err="1">
                <a:solidFill>
                  <a:srgbClr val="FFC000"/>
                </a:solidFill>
                <a:latin typeface="Calibri" panose="020F0502020204030204" pitchFamily="34" charset="0"/>
                <a:ea typeface="+mn-lt"/>
                <a:cs typeface="Calibri" panose="020F0502020204030204" pitchFamily="34" charset="0"/>
              </a:rPr>
              <a:t>configurato</a:t>
            </a:r>
            <a:r>
              <a:rPr lang="en-US" sz="2200" dirty="0">
                <a:latin typeface="Calibri" panose="020F0502020204030204" pitchFamily="34" charset="0"/>
                <a:ea typeface="+mn-lt"/>
                <a:cs typeface="Calibri" panose="020F0502020204030204" pitchFamily="34" charset="0"/>
              </a:rPr>
              <a:t> la UART4 </a:t>
            </a:r>
            <a:r>
              <a:rPr lang="en-US" sz="2200" dirty="0" err="1">
                <a:latin typeface="Calibri" panose="020F0502020204030204" pitchFamily="34" charset="0"/>
                <a:ea typeface="+mn-lt"/>
                <a:cs typeface="Calibri" panose="020F0502020204030204" pitchFamily="34" charset="0"/>
              </a:rPr>
              <a:t>impostando</a:t>
            </a:r>
            <a:r>
              <a:rPr lang="en-US" sz="2200" dirty="0">
                <a:latin typeface="Calibri" panose="020F0502020204030204" pitchFamily="34" charset="0"/>
                <a:ea typeface="+mn-lt"/>
                <a:cs typeface="Calibri" panose="020F0502020204030204" pitchFamily="34" charset="0"/>
              </a:rPr>
              <a:t> il Baud Rate, il </a:t>
            </a:r>
            <a:r>
              <a:rPr lang="en-US" sz="2200" dirty="0" err="1">
                <a:latin typeface="Calibri" panose="020F0502020204030204" pitchFamily="34" charset="0"/>
                <a:ea typeface="+mn-lt"/>
                <a:cs typeface="Calibri" panose="020F0502020204030204" pitchFamily="34" charset="0"/>
              </a:rPr>
              <a:t>formato</a:t>
            </a:r>
            <a:r>
              <a:rPr lang="en-US" sz="2200" dirty="0">
                <a:latin typeface="Calibri" panose="020F0502020204030204" pitchFamily="34" charset="0"/>
                <a:ea typeface="+mn-lt"/>
                <a:cs typeface="Calibri" panose="020F0502020204030204" pitchFamily="34" charset="0"/>
              </a:rPr>
              <a:t> </a:t>
            </a:r>
            <a:r>
              <a:rPr lang="en-US" sz="2200" dirty="0" err="1">
                <a:latin typeface="Calibri" panose="020F0502020204030204" pitchFamily="34" charset="0"/>
                <a:ea typeface="+mn-lt"/>
                <a:cs typeface="Calibri" panose="020F0502020204030204" pitchFamily="34" charset="0"/>
              </a:rPr>
              <a:t>dei</a:t>
            </a:r>
            <a:r>
              <a:rPr lang="en-US" sz="2200" dirty="0">
                <a:latin typeface="Calibri" panose="020F0502020204030204" pitchFamily="34" charset="0"/>
                <a:ea typeface="+mn-lt"/>
                <a:cs typeface="Calibri" panose="020F0502020204030204" pitchFamily="34" charset="0"/>
              </a:rPr>
              <a:t> </a:t>
            </a:r>
            <a:r>
              <a:rPr lang="en-US" sz="2200" dirty="0" err="1">
                <a:latin typeface="Calibri" panose="020F0502020204030204" pitchFamily="34" charset="0"/>
                <a:ea typeface="+mn-lt"/>
                <a:cs typeface="Calibri" panose="020F0502020204030204" pitchFamily="34" charset="0"/>
              </a:rPr>
              <a:t>messaggi</a:t>
            </a:r>
            <a:r>
              <a:rPr lang="en-US" sz="2200" dirty="0">
                <a:latin typeface="Calibri" panose="020F0502020204030204" pitchFamily="34" charset="0"/>
                <a:ea typeface="+mn-lt"/>
                <a:cs typeface="Calibri" panose="020F0502020204030204" pitchFamily="34" charset="0"/>
              </a:rPr>
              <a:t> e </a:t>
            </a:r>
            <a:r>
              <a:rPr lang="en-US" sz="2200" dirty="0" err="1">
                <a:latin typeface="Calibri" panose="020F0502020204030204" pitchFamily="34" charset="0"/>
                <a:ea typeface="+mn-lt"/>
                <a:cs typeface="Calibri" panose="020F0502020204030204" pitchFamily="34" charset="0"/>
              </a:rPr>
              <a:t>abilitando</a:t>
            </a:r>
            <a:r>
              <a:rPr lang="en-US" sz="2200" dirty="0">
                <a:latin typeface="Calibri" panose="020F0502020204030204" pitchFamily="34" charset="0"/>
                <a:ea typeface="+mn-lt"/>
                <a:cs typeface="Calibri" panose="020F0502020204030204" pitchFamily="34" charset="0"/>
              </a:rPr>
              <a:t> le </a:t>
            </a:r>
            <a:r>
              <a:rPr lang="en-US" sz="2200" b="1" dirty="0" err="1">
                <a:solidFill>
                  <a:srgbClr val="FFC000"/>
                </a:solidFill>
                <a:latin typeface="Calibri" panose="020F0502020204030204" pitchFamily="34" charset="0"/>
                <a:ea typeface="+mn-lt"/>
                <a:cs typeface="Calibri" panose="020F0502020204030204" pitchFamily="34" charset="0"/>
              </a:rPr>
              <a:t>interruzioni</a:t>
            </a:r>
            <a:r>
              <a:rPr lang="en-US" sz="2200" b="1" dirty="0">
                <a:solidFill>
                  <a:srgbClr val="FFC000"/>
                </a:solidFill>
                <a:latin typeface="Calibri" panose="020F0502020204030204" pitchFamily="34" charset="0"/>
                <a:ea typeface="+mn-lt"/>
                <a:cs typeface="Calibri" panose="020F0502020204030204" pitchFamily="34" charset="0"/>
              </a:rPr>
              <a:t> in </a:t>
            </a:r>
            <a:r>
              <a:rPr lang="en-US" sz="2200" b="1" dirty="0" err="1">
                <a:solidFill>
                  <a:srgbClr val="FFC000"/>
                </a:solidFill>
                <a:latin typeface="Calibri" panose="020F0502020204030204" pitchFamily="34" charset="0"/>
                <a:ea typeface="+mn-lt"/>
                <a:cs typeface="Calibri" panose="020F0502020204030204" pitchFamily="34" charset="0"/>
              </a:rPr>
              <a:t>ricezione</a:t>
            </a:r>
            <a:r>
              <a:rPr lang="en-US" sz="2200" dirty="0">
                <a:latin typeface="Calibri" panose="020F0502020204030204" pitchFamily="34" charset="0"/>
                <a:ea typeface="+mn-lt"/>
                <a:cs typeface="Calibri" panose="020F0502020204030204" pitchFamily="34" charset="0"/>
              </a:rPr>
              <a:t>.</a:t>
            </a:r>
          </a:p>
        </p:txBody>
      </p:sp>
      <p:pic>
        <p:nvPicPr>
          <p:cNvPr id="9" name="Picture 8">
            <a:extLst>
              <a:ext uri="{FF2B5EF4-FFF2-40B4-BE49-F238E27FC236}">
                <a16:creationId xmlns:a16="http://schemas.microsoft.com/office/drawing/2014/main" id="{3A30E9BB-ABD5-1078-B19A-2FEE5C60BC2D}"/>
              </a:ext>
            </a:extLst>
          </p:cNvPr>
          <p:cNvPicPr>
            <a:picLocks noChangeAspect="1"/>
          </p:cNvPicPr>
          <p:nvPr/>
        </p:nvPicPr>
        <p:blipFill>
          <a:blip r:embed="rId4"/>
          <a:srcRect/>
          <a:stretch/>
        </p:blipFill>
        <p:spPr>
          <a:xfrm>
            <a:off x="348826" y="3082048"/>
            <a:ext cx="6074092" cy="3313141"/>
          </a:xfrm>
          <a:prstGeom prst="rect">
            <a:avLst/>
          </a:prstGeom>
        </p:spPr>
      </p:pic>
      <p:sp>
        <p:nvSpPr>
          <p:cNvPr id="14" name="TextBox 13">
            <a:extLst>
              <a:ext uri="{FF2B5EF4-FFF2-40B4-BE49-F238E27FC236}">
                <a16:creationId xmlns:a16="http://schemas.microsoft.com/office/drawing/2014/main" id="{BECDACB8-9D04-0FF8-3334-CC2F7991C60D}"/>
              </a:ext>
            </a:extLst>
          </p:cNvPr>
          <p:cNvSpPr txBox="1"/>
          <p:nvPr/>
        </p:nvSpPr>
        <p:spPr>
          <a:xfrm>
            <a:off x="6938011" y="4738619"/>
            <a:ext cx="4410571" cy="1446550"/>
          </a:xfrm>
          <a:prstGeom prst="rect">
            <a:avLst/>
          </a:prstGeom>
          <a:solidFill>
            <a:schemeClr val="bg1"/>
          </a:solidFill>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dirty="0">
                <a:latin typeface="Calibri" panose="020F0502020204030204" pitchFamily="34" charset="0"/>
                <a:cs typeface="Calibri" panose="020F0502020204030204" pitchFamily="34" charset="0"/>
              </a:rPr>
              <a:t>Al </a:t>
            </a:r>
            <a:r>
              <a:rPr lang="en-US" sz="2200" dirty="0" err="1">
                <a:latin typeface="Calibri" panose="020F0502020204030204" pitchFamily="34" charset="0"/>
                <a:cs typeface="Calibri" panose="020F0502020204030204" pitchFamily="34" charset="0"/>
              </a:rPr>
              <a:t>momento</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della</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ricezione</a:t>
            </a:r>
            <a:r>
              <a:rPr lang="en-US" sz="2200" dirty="0">
                <a:latin typeface="Calibri" panose="020F0502020204030204" pitchFamily="34" charset="0"/>
                <a:cs typeface="Calibri" panose="020F0502020204030204" pitchFamily="34" charset="0"/>
              </a:rPr>
              <a:t> di un carattere, la </a:t>
            </a:r>
            <a:r>
              <a:rPr lang="en-US" sz="2200" b="1" dirty="0">
                <a:solidFill>
                  <a:srgbClr val="FFC000"/>
                </a:solidFill>
                <a:latin typeface="Calibri" panose="020F0502020204030204" pitchFamily="34" charset="0"/>
                <a:cs typeface="Calibri" panose="020F0502020204030204" pitchFamily="34" charset="0"/>
              </a:rPr>
              <a:t>Callback</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della</a:t>
            </a:r>
            <a:r>
              <a:rPr lang="en-US" sz="2200" dirty="0">
                <a:latin typeface="Calibri" panose="020F0502020204030204" pitchFamily="34" charset="0"/>
                <a:cs typeface="Calibri" panose="020F0502020204030204" pitchFamily="34" charset="0"/>
              </a:rPr>
              <a:t> UART è </a:t>
            </a:r>
            <a:r>
              <a:rPr lang="en-US" sz="2200" dirty="0" err="1">
                <a:latin typeface="Calibri" panose="020F0502020204030204" pitchFamily="34" charset="0"/>
                <a:cs typeface="Calibri" panose="020F0502020204030204" pitchFamily="34" charset="0"/>
              </a:rPr>
              <a:t>invocata</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dalla</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relativa</a:t>
            </a:r>
            <a:r>
              <a:rPr lang="en-US" sz="2200" dirty="0">
                <a:latin typeface="Calibri" panose="020F0502020204030204" pitchFamily="34" charset="0"/>
                <a:cs typeface="Calibri" panose="020F0502020204030204" pitchFamily="34" charset="0"/>
              </a:rPr>
              <a:t> ISR e lo </a:t>
            </a:r>
            <a:r>
              <a:rPr lang="en-US" sz="2200" b="1" dirty="0" err="1">
                <a:solidFill>
                  <a:srgbClr val="FFC000"/>
                </a:solidFill>
                <a:latin typeface="Calibri" panose="020F0502020204030204" pitchFamily="34" charset="0"/>
                <a:cs typeface="Calibri" panose="020F0502020204030204" pitchFamily="34" charset="0"/>
              </a:rPr>
              <a:t>stato</a:t>
            </a:r>
            <a:r>
              <a:rPr lang="en-US" sz="2200" b="1" dirty="0">
                <a:solidFill>
                  <a:srgbClr val="FFC000"/>
                </a:solidFill>
                <a:latin typeface="Calibri" panose="020F0502020204030204" pitchFamily="34" charset="0"/>
                <a:cs typeface="Calibri" panose="020F0502020204030204" pitchFamily="34" charset="0"/>
              </a:rPr>
              <a:t> del </a:t>
            </a:r>
            <a:r>
              <a:rPr lang="en-US" sz="2200" b="1" dirty="0" err="1">
                <a:solidFill>
                  <a:srgbClr val="FFC000"/>
                </a:solidFill>
                <a:latin typeface="Calibri" panose="020F0502020204030204" pitchFamily="34" charset="0"/>
                <a:cs typeface="Calibri" panose="020F0502020204030204" pitchFamily="34" charset="0"/>
              </a:rPr>
              <a:t>sistema</a:t>
            </a:r>
            <a:r>
              <a:rPr lang="en-US" sz="2200" b="1" dirty="0">
                <a:solidFill>
                  <a:srgbClr val="FFC000"/>
                </a:solidFill>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passa</a:t>
            </a:r>
            <a:r>
              <a:rPr lang="en-US" sz="2200" dirty="0">
                <a:latin typeface="Calibri" panose="020F0502020204030204" pitchFamily="34" charset="0"/>
                <a:cs typeface="Calibri" panose="020F0502020204030204" pitchFamily="34" charset="0"/>
              </a:rPr>
              <a:t> in </a:t>
            </a:r>
            <a:r>
              <a:rPr lang="en-US" sz="2200" dirty="0" err="1">
                <a:latin typeface="Calibri" panose="020F0502020204030204" pitchFamily="34" charset="0"/>
                <a:cs typeface="Calibri" panose="020F0502020204030204" pitchFamily="34" charset="0"/>
              </a:rPr>
              <a:t>modalità</a:t>
            </a:r>
            <a:r>
              <a:rPr lang="en-US" sz="2200" dirty="0">
                <a:latin typeface="Calibri" panose="020F0502020204030204" pitchFamily="34" charset="0"/>
                <a:cs typeface="Calibri" panose="020F0502020204030204" pitchFamily="34" charset="0"/>
              </a:rPr>
              <a:t> reset.</a:t>
            </a:r>
          </a:p>
        </p:txBody>
      </p:sp>
    </p:spTree>
    <p:extLst>
      <p:ext uri="{BB962C8B-B14F-4D97-AF65-F5344CB8AC3E}">
        <p14:creationId xmlns:p14="http://schemas.microsoft.com/office/powerpoint/2010/main" val="106238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F8FA7DFD-E4F0-EC5C-698E-28A670D86BF7}"/>
              </a:ext>
            </a:extLst>
          </p:cNvPr>
          <p:cNvSpPr>
            <a:spLocks noGrp="1"/>
          </p:cNvSpPr>
          <p:nvPr>
            <p:ph type="title"/>
          </p:nvPr>
        </p:nvSpPr>
        <p:spPr>
          <a:xfrm>
            <a:off x="348826" y="260356"/>
            <a:ext cx="11488936" cy="923330"/>
          </a:xfrm>
          <a:ln>
            <a:solidFill>
              <a:schemeClr val="bg1"/>
            </a:solidFill>
          </a:ln>
        </p:spPr>
        <p:style>
          <a:lnRef idx="2">
            <a:schemeClr val="accent4"/>
          </a:lnRef>
          <a:fillRef idx="1">
            <a:schemeClr val="lt1"/>
          </a:fillRef>
          <a:effectRef idx="0">
            <a:schemeClr val="accent4"/>
          </a:effectRef>
          <a:fontRef idx="minor">
            <a:schemeClr val="dk1"/>
          </a:fontRef>
        </p:style>
        <p:txBody>
          <a:bodyPr>
            <a:normAutofit/>
          </a:bodyPr>
          <a:lstStyle/>
          <a:p>
            <a:r>
              <a:rPr lang="it-IT" b="1" dirty="0">
                <a:latin typeface="+mj-lt"/>
              </a:rPr>
              <a:t>Configurazione della </a:t>
            </a:r>
            <a:r>
              <a:rPr lang="it-IT" b="1" dirty="0">
                <a:solidFill>
                  <a:srgbClr val="FFC000"/>
                </a:solidFill>
                <a:latin typeface="+mj-lt"/>
              </a:rPr>
              <a:t>GPIO</a:t>
            </a:r>
            <a:endParaRPr lang="it-IT" b="1" dirty="0">
              <a:solidFill>
                <a:srgbClr val="FFC000"/>
              </a:solidFill>
              <a:latin typeface="+mj-lt"/>
              <a:cs typeface="Calibri Light"/>
            </a:endParaRPr>
          </a:p>
        </p:txBody>
      </p:sp>
      <p:sp>
        <p:nvSpPr>
          <p:cNvPr id="19" name="CasellaDiTesto 18">
            <a:extLst>
              <a:ext uri="{FF2B5EF4-FFF2-40B4-BE49-F238E27FC236}">
                <a16:creationId xmlns:a16="http://schemas.microsoft.com/office/drawing/2014/main" id="{0883D92A-CA7F-E01B-EC3F-A02045CA74DE}"/>
              </a:ext>
            </a:extLst>
          </p:cNvPr>
          <p:cNvSpPr txBox="1"/>
          <p:nvPr/>
        </p:nvSpPr>
        <p:spPr>
          <a:xfrm>
            <a:off x="768956" y="5016500"/>
            <a:ext cx="4510730" cy="369332"/>
          </a:xfrm>
          <a:prstGeom prst="rect">
            <a:avLst/>
          </a:prstGeom>
          <a:noFill/>
        </p:spPr>
        <p:txBody>
          <a:bodyPr wrap="square" lIns="91440" tIns="45720" rIns="91440" bIns="45720" rtlCol="0" anchor="t">
            <a:spAutoFit/>
          </a:bodyPr>
          <a:lstStyle/>
          <a:p>
            <a:pPr algn="ctr"/>
            <a:endParaRPr lang="it-IT">
              <a:cs typeface="Calibri"/>
            </a:endParaRPr>
          </a:p>
        </p:txBody>
      </p:sp>
      <p:sp>
        <p:nvSpPr>
          <p:cNvPr id="6" name="TextBox 5">
            <a:extLst>
              <a:ext uri="{FF2B5EF4-FFF2-40B4-BE49-F238E27FC236}">
                <a16:creationId xmlns:a16="http://schemas.microsoft.com/office/drawing/2014/main" id="{2BE43867-76B4-6588-7B55-F959A40CAD54}"/>
              </a:ext>
            </a:extLst>
          </p:cNvPr>
          <p:cNvSpPr txBox="1"/>
          <p:nvPr/>
        </p:nvSpPr>
        <p:spPr>
          <a:xfrm>
            <a:off x="768956" y="1517899"/>
            <a:ext cx="5527196" cy="1107996"/>
          </a:xfrm>
          <a:prstGeom prst="rect">
            <a:avLst/>
          </a:prstGeom>
          <a:solidFill>
            <a:schemeClr val="bg1"/>
          </a:solidFill>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dirty="0" err="1">
                <a:latin typeface="Calibri" panose="020F0502020204030204" pitchFamily="34" charset="0"/>
                <a:ea typeface="+mn-lt"/>
                <a:cs typeface="Calibri" panose="020F0502020204030204" pitchFamily="34" charset="0"/>
              </a:rPr>
              <a:t>Abbiamo</a:t>
            </a:r>
            <a:r>
              <a:rPr lang="en-US" sz="2200" dirty="0">
                <a:latin typeface="Calibri" panose="020F0502020204030204" pitchFamily="34" charset="0"/>
                <a:ea typeface="+mn-lt"/>
                <a:cs typeface="Calibri" panose="020F0502020204030204" pitchFamily="34" charset="0"/>
              </a:rPr>
              <a:t> </a:t>
            </a:r>
            <a:r>
              <a:rPr lang="en-US" sz="2200" b="1" dirty="0" err="1">
                <a:solidFill>
                  <a:srgbClr val="FFC000"/>
                </a:solidFill>
                <a:latin typeface="Calibri" panose="020F0502020204030204" pitchFamily="34" charset="0"/>
                <a:ea typeface="+mn-lt"/>
                <a:cs typeface="Calibri" panose="020F0502020204030204" pitchFamily="34" charset="0"/>
              </a:rPr>
              <a:t>configurato</a:t>
            </a:r>
            <a:r>
              <a:rPr lang="en-US" sz="2200" dirty="0">
                <a:latin typeface="Calibri" panose="020F0502020204030204" pitchFamily="34" charset="0"/>
                <a:ea typeface="+mn-lt"/>
                <a:cs typeface="Calibri" panose="020F0502020204030204" pitchFamily="34" charset="0"/>
              </a:rPr>
              <a:t> il pin PD4 come OUTPUT in modo da </a:t>
            </a:r>
            <a:r>
              <a:rPr lang="en-US" sz="2200" dirty="0" err="1">
                <a:latin typeface="Calibri" panose="020F0502020204030204" pitchFamily="34" charset="0"/>
                <a:ea typeface="+mn-lt"/>
                <a:cs typeface="Calibri" panose="020F0502020204030204" pitchFamily="34" charset="0"/>
              </a:rPr>
              <a:t>mandare</a:t>
            </a:r>
            <a:r>
              <a:rPr lang="en-US" sz="2200" dirty="0">
                <a:latin typeface="Calibri" panose="020F0502020204030204" pitchFamily="34" charset="0"/>
                <a:ea typeface="+mn-lt"/>
                <a:cs typeface="Calibri" panose="020F0502020204030204" pitchFamily="34" charset="0"/>
              </a:rPr>
              <a:t> un </a:t>
            </a:r>
            <a:r>
              <a:rPr lang="en-US" sz="2200" dirty="0" err="1">
                <a:latin typeface="Calibri" panose="020F0502020204030204" pitchFamily="34" charset="0"/>
                <a:ea typeface="+mn-lt"/>
                <a:cs typeface="Calibri" panose="020F0502020204030204" pitchFamily="34" charset="0"/>
              </a:rPr>
              <a:t>segnale</a:t>
            </a:r>
            <a:r>
              <a:rPr lang="en-US" sz="2200" dirty="0">
                <a:latin typeface="Calibri" panose="020F0502020204030204" pitchFamily="34" charset="0"/>
                <a:ea typeface="+mn-lt"/>
                <a:cs typeface="Calibri" panose="020F0502020204030204" pitchFamily="34" charset="0"/>
              </a:rPr>
              <a:t> per </a:t>
            </a:r>
            <a:r>
              <a:rPr lang="en-US" sz="2200" dirty="0" err="1">
                <a:latin typeface="Calibri" panose="020F0502020204030204" pitchFamily="34" charset="0"/>
                <a:ea typeface="+mn-lt"/>
                <a:cs typeface="Calibri" panose="020F0502020204030204" pitchFamily="34" charset="0"/>
              </a:rPr>
              <a:t>attivare</a:t>
            </a:r>
            <a:r>
              <a:rPr lang="en-US" sz="2200" dirty="0">
                <a:latin typeface="Calibri" panose="020F0502020204030204" pitchFamily="34" charset="0"/>
                <a:ea typeface="+mn-lt"/>
                <a:cs typeface="Calibri" panose="020F0502020204030204" pitchFamily="34" charset="0"/>
              </a:rPr>
              <a:t> il Buzzer e il led di Alert</a:t>
            </a:r>
          </a:p>
        </p:txBody>
      </p:sp>
      <p:sp>
        <p:nvSpPr>
          <p:cNvPr id="14" name="TextBox 13">
            <a:extLst>
              <a:ext uri="{FF2B5EF4-FFF2-40B4-BE49-F238E27FC236}">
                <a16:creationId xmlns:a16="http://schemas.microsoft.com/office/drawing/2014/main" id="{BECDACB8-9D04-0FF8-3334-CC2F7991C60D}"/>
              </a:ext>
            </a:extLst>
          </p:cNvPr>
          <p:cNvSpPr txBox="1"/>
          <p:nvPr/>
        </p:nvSpPr>
        <p:spPr>
          <a:xfrm>
            <a:off x="7155346" y="4936853"/>
            <a:ext cx="4410571" cy="1107996"/>
          </a:xfrm>
          <a:prstGeom prst="rect">
            <a:avLst/>
          </a:prstGeom>
          <a:solidFill>
            <a:schemeClr val="bg1"/>
          </a:solidFill>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alibri" panose="020F0502020204030204" pitchFamily="34" charset="0"/>
                <a:cs typeface="Calibri" panose="020F0502020204030204" pitchFamily="34" charset="0"/>
              </a:rPr>
              <a:t>Al </a:t>
            </a:r>
            <a:r>
              <a:rPr lang="en-US" sz="2200" err="1">
                <a:latin typeface="Calibri" panose="020F0502020204030204" pitchFamily="34" charset="0"/>
                <a:cs typeface="Calibri" panose="020F0502020204030204" pitchFamily="34" charset="0"/>
              </a:rPr>
              <a:t>momento</a:t>
            </a:r>
            <a:r>
              <a:rPr lang="en-US" sz="2200">
                <a:latin typeface="Calibri" panose="020F0502020204030204" pitchFamily="34" charset="0"/>
                <a:cs typeface="Calibri" panose="020F0502020204030204" pitchFamily="34" charset="0"/>
              </a:rPr>
              <a:t> </a:t>
            </a:r>
            <a:r>
              <a:rPr lang="en-US" sz="2200" err="1">
                <a:latin typeface="Calibri" panose="020F0502020204030204" pitchFamily="34" charset="0"/>
                <a:cs typeface="Calibri" panose="020F0502020204030204" pitchFamily="34" charset="0"/>
              </a:rPr>
              <a:t>della</a:t>
            </a:r>
            <a:r>
              <a:rPr lang="en-US" sz="2200">
                <a:latin typeface="Calibri" panose="020F0502020204030204" pitchFamily="34" charset="0"/>
                <a:cs typeface="Calibri" panose="020F0502020204030204" pitchFamily="34" charset="0"/>
              </a:rPr>
              <a:t> </a:t>
            </a:r>
            <a:r>
              <a:rPr lang="en-US" sz="2200" err="1">
                <a:latin typeface="Calibri" panose="020F0502020204030204" pitchFamily="34" charset="0"/>
                <a:cs typeface="Calibri" panose="020F0502020204030204" pitchFamily="34" charset="0"/>
              </a:rPr>
              <a:t>ricezione</a:t>
            </a:r>
            <a:r>
              <a:rPr lang="en-US" sz="2200">
                <a:latin typeface="Calibri" panose="020F0502020204030204" pitchFamily="34" charset="0"/>
                <a:cs typeface="Calibri" panose="020F0502020204030204" pitchFamily="34" charset="0"/>
              </a:rPr>
              <a:t> dell’ </a:t>
            </a:r>
            <a:r>
              <a:rPr lang="en-US" sz="2200" b="1">
                <a:solidFill>
                  <a:schemeClr val="accent4"/>
                </a:solidFill>
                <a:latin typeface="Calibri" panose="020F0502020204030204" pitchFamily="34" charset="0"/>
                <a:cs typeface="Calibri" panose="020F0502020204030204" pitchFamily="34" charset="0"/>
              </a:rPr>
              <a:t>ALERT</a:t>
            </a:r>
            <a:r>
              <a:rPr lang="en-US" sz="2200">
                <a:latin typeface="Calibri" panose="020F0502020204030204" pitchFamily="34" charset="0"/>
                <a:cs typeface="Calibri" panose="020F0502020204030204" pitchFamily="34" charset="0"/>
              </a:rPr>
              <a:t>, il pin </a:t>
            </a:r>
            <a:r>
              <a:rPr lang="en-US" sz="2200" err="1">
                <a:latin typeface="Calibri" panose="020F0502020204030204" pitchFamily="34" charset="0"/>
                <a:cs typeface="Calibri" panose="020F0502020204030204" pitchFamily="34" charset="0"/>
              </a:rPr>
              <a:t>manderà</a:t>
            </a:r>
            <a:r>
              <a:rPr lang="en-US" sz="2200">
                <a:latin typeface="Calibri" panose="020F0502020204030204" pitchFamily="34" charset="0"/>
                <a:cs typeface="Calibri" panose="020F0502020204030204" pitchFamily="34" charset="0"/>
              </a:rPr>
              <a:t> </a:t>
            </a:r>
            <a:r>
              <a:rPr lang="en-US" sz="2200" err="1">
                <a:latin typeface="Calibri" panose="020F0502020204030204" pitchFamily="34" charset="0"/>
                <a:cs typeface="Calibri" panose="020F0502020204030204" pitchFamily="34" charset="0"/>
              </a:rPr>
              <a:t>una</a:t>
            </a:r>
            <a:r>
              <a:rPr lang="en-US" sz="2200">
                <a:latin typeface="Calibri" panose="020F0502020204030204" pitchFamily="34" charset="0"/>
                <a:cs typeface="Calibri" panose="020F0502020204030204" pitchFamily="34" charset="0"/>
              </a:rPr>
              <a:t> </a:t>
            </a:r>
            <a:r>
              <a:rPr lang="en-US" sz="2200" err="1">
                <a:latin typeface="Calibri" panose="020F0502020204030204" pitchFamily="34" charset="0"/>
                <a:cs typeface="Calibri" panose="020F0502020204030204" pitchFamily="34" charset="0"/>
              </a:rPr>
              <a:t>tensione</a:t>
            </a:r>
            <a:r>
              <a:rPr lang="en-US" sz="2200">
                <a:latin typeface="Calibri" panose="020F0502020204030204" pitchFamily="34" charset="0"/>
                <a:cs typeface="Calibri" panose="020F0502020204030204" pitchFamily="34" charset="0"/>
              </a:rPr>
              <a:t> </a:t>
            </a:r>
            <a:r>
              <a:rPr lang="en-US" sz="2200" err="1">
                <a:latin typeface="Calibri" panose="020F0502020204030204" pitchFamily="34" charset="0"/>
                <a:cs typeface="Calibri" panose="020F0502020204030204" pitchFamily="34" charset="0"/>
              </a:rPr>
              <a:t>attivando</a:t>
            </a:r>
            <a:r>
              <a:rPr lang="en-US" sz="2200">
                <a:latin typeface="Calibri" panose="020F0502020204030204" pitchFamily="34" charset="0"/>
                <a:cs typeface="Calibri" panose="020F0502020204030204" pitchFamily="34" charset="0"/>
              </a:rPr>
              <a:t> </a:t>
            </a:r>
            <a:r>
              <a:rPr lang="en-US" sz="2200" err="1">
                <a:latin typeface="Calibri" panose="020F0502020204030204" pitchFamily="34" charset="0"/>
                <a:cs typeface="Calibri" panose="020F0502020204030204" pitchFamily="34" charset="0"/>
              </a:rPr>
              <a:t>l’allarme</a:t>
            </a:r>
            <a:endParaRPr lang="en-US" sz="2200">
              <a:latin typeface="Calibri" panose="020F0502020204030204" pitchFamily="34" charset="0"/>
              <a:cs typeface="Calibri" panose="020F0502020204030204" pitchFamily="34" charset="0"/>
            </a:endParaRPr>
          </a:p>
        </p:txBody>
      </p:sp>
      <p:pic>
        <p:nvPicPr>
          <p:cNvPr id="4" name="Immagine 3">
            <a:extLst>
              <a:ext uri="{FF2B5EF4-FFF2-40B4-BE49-F238E27FC236}">
                <a16:creationId xmlns:a16="http://schemas.microsoft.com/office/drawing/2014/main" id="{59058CB7-631F-000E-D9FC-07B5693A8F16}"/>
              </a:ext>
            </a:extLst>
          </p:cNvPr>
          <p:cNvPicPr>
            <a:picLocks noChangeAspect="1"/>
          </p:cNvPicPr>
          <p:nvPr/>
        </p:nvPicPr>
        <p:blipFill>
          <a:blip r:embed="rId2"/>
          <a:srcRect/>
          <a:stretch/>
        </p:blipFill>
        <p:spPr>
          <a:xfrm>
            <a:off x="7062956" y="247372"/>
            <a:ext cx="4873128" cy="4644931"/>
          </a:xfrm>
          <a:prstGeom prst="rect">
            <a:avLst/>
          </a:prstGeom>
        </p:spPr>
      </p:pic>
      <p:pic>
        <p:nvPicPr>
          <p:cNvPr id="13" name="Immagine 12">
            <a:extLst>
              <a:ext uri="{FF2B5EF4-FFF2-40B4-BE49-F238E27FC236}">
                <a16:creationId xmlns:a16="http://schemas.microsoft.com/office/drawing/2014/main" id="{142FB03D-C041-31AD-2D81-CD1B2B323114}"/>
              </a:ext>
            </a:extLst>
          </p:cNvPr>
          <p:cNvPicPr>
            <a:picLocks noChangeAspect="1"/>
          </p:cNvPicPr>
          <p:nvPr/>
        </p:nvPicPr>
        <p:blipFill>
          <a:blip r:embed="rId3"/>
          <a:stretch>
            <a:fillRect/>
          </a:stretch>
        </p:blipFill>
        <p:spPr>
          <a:xfrm>
            <a:off x="768956" y="2859191"/>
            <a:ext cx="6475846" cy="3141108"/>
          </a:xfrm>
          <a:prstGeom prst="rect">
            <a:avLst/>
          </a:prstGeom>
        </p:spPr>
      </p:pic>
    </p:spTree>
    <p:extLst>
      <p:ext uri="{BB962C8B-B14F-4D97-AF65-F5344CB8AC3E}">
        <p14:creationId xmlns:p14="http://schemas.microsoft.com/office/powerpoint/2010/main" val="406315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F8FA7DFD-E4F0-EC5C-698E-28A670D86BF7}"/>
              </a:ext>
            </a:extLst>
          </p:cNvPr>
          <p:cNvSpPr>
            <a:spLocks noGrp="1"/>
          </p:cNvSpPr>
          <p:nvPr>
            <p:ph type="title"/>
          </p:nvPr>
        </p:nvSpPr>
        <p:spPr>
          <a:xfrm>
            <a:off x="348826" y="260356"/>
            <a:ext cx="11488936" cy="923330"/>
          </a:xfrm>
          <a:ln>
            <a:solidFill>
              <a:schemeClr val="bg1"/>
            </a:solidFill>
          </a:ln>
        </p:spPr>
        <p:style>
          <a:lnRef idx="2">
            <a:schemeClr val="accent4"/>
          </a:lnRef>
          <a:fillRef idx="1">
            <a:schemeClr val="lt1"/>
          </a:fillRef>
          <a:effectRef idx="0">
            <a:schemeClr val="accent4"/>
          </a:effectRef>
          <a:fontRef idx="minor">
            <a:schemeClr val="dk1"/>
          </a:fontRef>
        </p:style>
        <p:txBody>
          <a:bodyPr>
            <a:normAutofit/>
          </a:bodyPr>
          <a:lstStyle/>
          <a:p>
            <a:r>
              <a:rPr lang="it-IT" b="1" dirty="0">
                <a:latin typeface="+mj-lt"/>
              </a:rPr>
              <a:t>Configurazione della </a:t>
            </a:r>
            <a:r>
              <a:rPr lang="it-IT" b="1" dirty="0">
                <a:solidFill>
                  <a:srgbClr val="FFC000"/>
                </a:solidFill>
                <a:latin typeface="+mj-lt"/>
              </a:rPr>
              <a:t>GPIO</a:t>
            </a:r>
            <a:endParaRPr lang="it-IT" b="1" dirty="0">
              <a:solidFill>
                <a:srgbClr val="FFC000"/>
              </a:solidFill>
              <a:latin typeface="+mj-lt"/>
              <a:cs typeface="Calibri Light"/>
            </a:endParaRPr>
          </a:p>
        </p:txBody>
      </p:sp>
      <p:sp>
        <p:nvSpPr>
          <p:cNvPr id="19" name="CasellaDiTesto 18">
            <a:extLst>
              <a:ext uri="{FF2B5EF4-FFF2-40B4-BE49-F238E27FC236}">
                <a16:creationId xmlns:a16="http://schemas.microsoft.com/office/drawing/2014/main" id="{0883D92A-CA7F-E01B-EC3F-A02045CA74DE}"/>
              </a:ext>
            </a:extLst>
          </p:cNvPr>
          <p:cNvSpPr txBox="1"/>
          <p:nvPr/>
        </p:nvSpPr>
        <p:spPr>
          <a:xfrm>
            <a:off x="768956" y="5016500"/>
            <a:ext cx="4510730" cy="369332"/>
          </a:xfrm>
          <a:prstGeom prst="rect">
            <a:avLst/>
          </a:prstGeom>
          <a:noFill/>
        </p:spPr>
        <p:txBody>
          <a:bodyPr wrap="square" lIns="91440" tIns="45720" rIns="91440" bIns="45720" rtlCol="0" anchor="t">
            <a:spAutoFit/>
          </a:bodyPr>
          <a:lstStyle/>
          <a:p>
            <a:pPr algn="ctr"/>
            <a:endParaRPr lang="it-IT">
              <a:cs typeface="Calibri"/>
            </a:endParaRPr>
          </a:p>
        </p:txBody>
      </p:sp>
      <p:sp>
        <p:nvSpPr>
          <p:cNvPr id="6" name="TextBox 5">
            <a:extLst>
              <a:ext uri="{FF2B5EF4-FFF2-40B4-BE49-F238E27FC236}">
                <a16:creationId xmlns:a16="http://schemas.microsoft.com/office/drawing/2014/main" id="{2BE43867-76B4-6588-7B55-F959A40CAD54}"/>
              </a:ext>
            </a:extLst>
          </p:cNvPr>
          <p:cNvSpPr txBox="1"/>
          <p:nvPr/>
        </p:nvSpPr>
        <p:spPr>
          <a:xfrm>
            <a:off x="768956" y="1517899"/>
            <a:ext cx="5527196" cy="1107996"/>
          </a:xfrm>
          <a:prstGeom prst="rect">
            <a:avLst/>
          </a:prstGeom>
          <a:solidFill>
            <a:schemeClr val="bg1"/>
          </a:solidFill>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err="1">
                <a:latin typeface="Calibri" panose="020F0502020204030204" pitchFamily="34" charset="0"/>
                <a:ea typeface="+mn-lt"/>
                <a:cs typeface="Calibri" panose="020F0502020204030204" pitchFamily="34" charset="0"/>
              </a:rPr>
              <a:t>Abbiamo</a:t>
            </a:r>
            <a:r>
              <a:rPr lang="en-US" sz="2200">
                <a:latin typeface="Calibri" panose="020F0502020204030204" pitchFamily="34" charset="0"/>
                <a:ea typeface="+mn-lt"/>
                <a:cs typeface="Calibri" panose="020F0502020204030204" pitchFamily="34" charset="0"/>
              </a:rPr>
              <a:t> </a:t>
            </a:r>
            <a:r>
              <a:rPr lang="en-US" sz="2200" b="1" err="1">
                <a:solidFill>
                  <a:srgbClr val="FFC000"/>
                </a:solidFill>
                <a:latin typeface="Calibri" panose="020F0502020204030204" pitchFamily="34" charset="0"/>
                <a:ea typeface="+mn-lt"/>
                <a:cs typeface="Calibri" panose="020F0502020204030204" pitchFamily="34" charset="0"/>
              </a:rPr>
              <a:t>configurato</a:t>
            </a:r>
            <a:r>
              <a:rPr lang="en-US" sz="2200">
                <a:latin typeface="Calibri" panose="020F0502020204030204" pitchFamily="34" charset="0"/>
                <a:ea typeface="+mn-lt"/>
                <a:cs typeface="Calibri" panose="020F0502020204030204" pitchFamily="34" charset="0"/>
              </a:rPr>
              <a:t> il </a:t>
            </a:r>
            <a:r>
              <a:rPr lang="en-US" sz="2200" err="1">
                <a:latin typeface="Calibri" panose="020F0502020204030204" pitchFamily="34" charset="0"/>
                <a:ea typeface="+mn-lt"/>
                <a:cs typeface="Calibri" panose="020F0502020204030204" pitchFamily="34" charset="0"/>
              </a:rPr>
              <a:t>pid</a:t>
            </a:r>
            <a:r>
              <a:rPr lang="en-US" sz="2200">
                <a:latin typeface="Calibri" panose="020F0502020204030204" pitchFamily="34" charset="0"/>
                <a:ea typeface="+mn-lt"/>
                <a:cs typeface="Calibri" panose="020F0502020204030204" pitchFamily="34" charset="0"/>
              </a:rPr>
              <a:t> PA0 in modo tale </a:t>
            </a:r>
            <a:r>
              <a:rPr lang="en-US" sz="2200" err="1">
                <a:latin typeface="Calibri" panose="020F0502020204030204" pitchFamily="34" charset="0"/>
                <a:ea typeface="+mn-lt"/>
                <a:cs typeface="Calibri" panose="020F0502020204030204" pitchFamily="34" charset="0"/>
              </a:rPr>
              <a:t>che</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possa</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inviare</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un’interruzione</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quando</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viene</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premuto</a:t>
            </a:r>
            <a:r>
              <a:rPr lang="en-US" sz="2200">
                <a:latin typeface="Calibri" panose="020F0502020204030204" pitchFamily="34" charset="0"/>
                <a:ea typeface="+mn-lt"/>
                <a:cs typeface="Calibri" panose="020F0502020204030204" pitchFamily="34" charset="0"/>
              </a:rPr>
              <a:t> per </a:t>
            </a:r>
            <a:r>
              <a:rPr lang="en-US" sz="2200" err="1">
                <a:latin typeface="Calibri" panose="020F0502020204030204" pitchFamily="34" charset="0"/>
                <a:ea typeface="+mn-lt"/>
                <a:cs typeface="Calibri" panose="020F0502020204030204" pitchFamily="34" charset="0"/>
              </a:rPr>
              <a:t>entrare</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nello</a:t>
            </a:r>
            <a:r>
              <a:rPr lang="en-US" sz="2200">
                <a:latin typeface="Calibri" panose="020F0502020204030204" pitchFamily="34" charset="0"/>
                <a:ea typeface="+mn-lt"/>
                <a:cs typeface="Calibri" panose="020F0502020204030204" pitchFamily="34" charset="0"/>
              </a:rPr>
              <a:t> </a:t>
            </a:r>
            <a:r>
              <a:rPr lang="en-US" sz="2200" err="1">
                <a:latin typeface="Calibri" panose="020F0502020204030204" pitchFamily="34" charset="0"/>
                <a:ea typeface="+mn-lt"/>
                <a:cs typeface="Calibri" panose="020F0502020204030204" pitchFamily="34" charset="0"/>
              </a:rPr>
              <a:t>stato</a:t>
            </a:r>
            <a:r>
              <a:rPr lang="en-US" sz="2200">
                <a:latin typeface="Calibri" panose="020F0502020204030204" pitchFamily="34" charset="0"/>
                <a:ea typeface="+mn-lt"/>
                <a:cs typeface="Calibri" panose="020F0502020204030204" pitchFamily="34" charset="0"/>
              </a:rPr>
              <a:t> di RESET</a:t>
            </a:r>
          </a:p>
        </p:txBody>
      </p:sp>
      <p:sp>
        <p:nvSpPr>
          <p:cNvPr id="14" name="TextBox 13">
            <a:extLst>
              <a:ext uri="{FF2B5EF4-FFF2-40B4-BE49-F238E27FC236}">
                <a16:creationId xmlns:a16="http://schemas.microsoft.com/office/drawing/2014/main" id="{BECDACB8-9D04-0FF8-3334-CC2F7991C60D}"/>
              </a:ext>
            </a:extLst>
          </p:cNvPr>
          <p:cNvSpPr txBox="1"/>
          <p:nvPr/>
        </p:nvSpPr>
        <p:spPr>
          <a:xfrm>
            <a:off x="7012473" y="4996336"/>
            <a:ext cx="4410571" cy="430887"/>
          </a:xfrm>
          <a:prstGeom prst="rect">
            <a:avLst/>
          </a:prstGeom>
          <a:solidFill>
            <a:schemeClr val="bg1"/>
          </a:solidFill>
          <a:ln>
            <a:solidFill>
              <a:schemeClr val="bg1"/>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2200" dirty="0">
              <a:latin typeface="Calibri" panose="020F0502020204030204" pitchFamily="34" charset="0"/>
              <a:cs typeface="Calibri" panose="020F0502020204030204" pitchFamily="34" charset="0"/>
            </a:endParaRPr>
          </a:p>
        </p:txBody>
      </p:sp>
      <p:pic>
        <p:nvPicPr>
          <p:cNvPr id="2" name="Immagine 1">
            <a:extLst>
              <a:ext uri="{FF2B5EF4-FFF2-40B4-BE49-F238E27FC236}">
                <a16:creationId xmlns:a16="http://schemas.microsoft.com/office/drawing/2014/main" id="{71752132-DAD0-7481-97A4-0EB79C1C299C}"/>
              </a:ext>
            </a:extLst>
          </p:cNvPr>
          <p:cNvPicPr>
            <a:picLocks noChangeAspect="1"/>
          </p:cNvPicPr>
          <p:nvPr/>
        </p:nvPicPr>
        <p:blipFill>
          <a:blip r:embed="rId2"/>
          <a:stretch>
            <a:fillRect/>
          </a:stretch>
        </p:blipFill>
        <p:spPr>
          <a:xfrm>
            <a:off x="576291" y="2960108"/>
            <a:ext cx="6684158" cy="3244357"/>
          </a:xfrm>
          <a:prstGeom prst="rect">
            <a:avLst/>
          </a:prstGeom>
        </p:spPr>
      </p:pic>
      <p:pic>
        <p:nvPicPr>
          <p:cNvPr id="3" name="Immagine 2">
            <a:extLst>
              <a:ext uri="{FF2B5EF4-FFF2-40B4-BE49-F238E27FC236}">
                <a16:creationId xmlns:a16="http://schemas.microsoft.com/office/drawing/2014/main" id="{A710005B-5F2B-9E89-CA84-0D1D92FBFD57}"/>
              </a:ext>
            </a:extLst>
          </p:cNvPr>
          <p:cNvPicPr>
            <a:picLocks noChangeAspect="1"/>
          </p:cNvPicPr>
          <p:nvPr/>
        </p:nvPicPr>
        <p:blipFill>
          <a:blip r:embed="rId3"/>
          <a:srcRect/>
          <a:stretch/>
        </p:blipFill>
        <p:spPr>
          <a:xfrm>
            <a:off x="7106246" y="1151731"/>
            <a:ext cx="5085754" cy="4847601"/>
          </a:xfrm>
          <a:prstGeom prst="rect">
            <a:avLst/>
          </a:prstGeom>
        </p:spPr>
      </p:pic>
    </p:spTree>
    <p:extLst>
      <p:ext uri="{BB962C8B-B14F-4D97-AF65-F5344CB8AC3E}">
        <p14:creationId xmlns:p14="http://schemas.microsoft.com/office/powerpoint/2010/main" val="807283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F8FA7DFD-E4F0-EC5C-698E-28A670D86BF7}"/>
              </a:ext>
            </a:extLst>
          </p:cNvPr>
          <p:cNvSpPr>
            <a:spLocks noGrp="1"/>
          </p:cNvSpPr>
          <p:nvPr>
            <p:ph type="title"/>
          </p:nvPr>
        </p:nvSpPr>
        <p:spPr>
          <a:xfrm>
            <a:off x="768956" y="366204"/>
            <a:ext cx="11488936" cy="923330"/>
          </a:xfrm>
          <a:ln>
            <a:solidFill>
              <a:schemeClr val="bg1"/>
            </a:solidFill>
          </a:ln>
        </p:spPr>
        <p:style>
          <a:lnRef idx="2">
            <a:schemeClr val="accent4"/>
          </a:lnRef>
          <a:fillRef idx="1">
            <a:schemeClr val="lt1"/>
          </a:fillRef>
          <a:effectRef idx="0">
            <a:schemeClr val="accent4"/>
          </a:effectRef>
          <a:fontRef idx="minor">
            <a:schemeClr val="dk1"/>
          </a:fontRef>
        </p:style>
        <p:txBody>
          <a:bodyPr>
            <a:normAutofit/>
          </a:bodyPr>
          <a:lstStyle/>
          <a:p>
            <a:r>
              <a:rPr lang="it-IT" b="1" dirty="0">
                <a:solidFill>
                  <a:srgbClr val="FFC000"/>
                </a:solidFill>
                <a:latin typeface="+mj-lt"/>
              </a:rPr>
              <a:t>Conclusioni</a:t>
            </a:r>
            <a:r>
              <a:rPr lang="it-IT" dirty="0">
                <a:latin typeface="+mj-lt"/>
              </a:rPr>
              <a:t> </a:t>
            </a:r>
            <a:endParaRPr lang="it-IT" dirty="0">
              <a:solidFill>
                <a:srgbClr val="FFC000"/>
              </a:solidFill>
              <a:latin typeface="+mj-lt"/>
              <a:cs typeface="Calibri Light"/>
            </a:endParaRPr>
          </a:p>
        </p:txBody>
      </p:sp>
      <p:sp>
        <p:nvSpPr>
          <p:cNvPr id="19" name="CasellaDiTesto 18">
            <a:extLst>
              <a:ext uri="{FF2B5EF4-FFF2-40B4-BE49-F238E27FC236}">
                <a16:creationId xmlns:a16="http://schemas.microsoft.com/office/drawing/2014/main" id="{0883D92A-CA7F-E01B-EC3F-A02045CA74DE}"/>
              </a:ext>
            </a:extLst>
          </p:cNvPr>
          <p:cNvSpPr txBox="1"/>
          <p:nvPr/>
        </p:nvSpPr>
        <p:spPr>
          <a:xfrm>
            <a:off x="768956" y="4922136"/>
            <a:ext cx="6310270" cy="1569660"/>
          </a:xfrm>
          <a:prstGeom prst="rect">
            <a:avLst/>
          </a:prstGeom>
          <a:noFill/>
        </p:spPr>
        <p:txBody>
          <a:bodyPr wrap="square" lIns="91440" tIns="45720" rIns="91440" bIns="45720" rtlCol="0" anchor="t">
            <a:spAutoFit/>
          </a:bodyPr>
          <a:lstStyle/>
          <a:p>
            <a:r>
              <a:rPr lang="it-IT" sz="2400" dirty="0"/>
              <a:t>Possibili </a:t>
            </a:r>
            <a:r>
              <a:rPr lang="it-IT" sz="2400" b="1" dirty="0">
                <a:solidFill>
                  <a:srgbClr val="FFC000"/>
                </a:solidFill>
              </a:rPr>
              <a:t>sviluppi futuri</a:t>
            </a:r>
          </a:p>
          <a:p>
            <a:pPr marL="342900" indent="-342900">
              <a:buFont typeface="Arial" panose="020B0604020202020204" pitchFamily="34" charset="0"/>
              <a:buChar char="•"/>
            </a:pPr>
            <a:r>
              <a:rPr lang="it-IT" sz="2400" dirty="0"/>
              <a:t>Acquisizione immagini mediante mini camera</a:t>
            </a:r>
          </a:p>
          <a:p>
            <a:pPr marL="342900" indent="-342900">
              <a:buFont typeface="Arial" panose="020B0604020202020204" pitchFamily="34" charset="0"/>
              <a:buChar char="•"/>
            </a:pPr>
            <a:r>
              <a:rPr lang="it-IT" sz="2400" dirty="0"/>
              <a:t>Inferenza su STM32</a:t>
            </a:r>
          </a:p>
          <a:p>
            <a:pPr marL="342900" indent="-342900">
              <a:buFont typeface="Arial" panose="020B0604020202020204" pitchFamily="34" charset="0"/>
              <a:buChar char="•"/>
            </a:pPr>
            <a:endParaRPr lang="it-IT" sz="2400" dirty="0"/>
          </a:p>
        </p:txBody>
      </p:sp>
      <p:pic>
        <p:nvPicPr>
          <p:cNvPr id="5" name="Immagine 4">
            <a:extLst>
              <a:ext uri="{FF2B5EF4-FFF2-40B4-BE49-F238E27FC236}">
                <a16:creationId xmlns:a16="http://schemas.microsoft.com/office/drawing/2014/main" id="{6438E89E-3AFD-A0FA-FF39-A35C528421C7}"/>
              </a:ext>
            </a:extLst>
          </p:cNvPr>
          <p:cNvPicPr>
            <a:picLocks noChangeAspect="1"/>
          </p:cNvPicPr>
          <p:nvPr/>
        </p:nvPicPr>
        <p:blipFill>
          <a:blip r:embed="rId2"/>
          <a:srcRect/>
          <a:stretch/>
        </p:blipFill>
        <p:spPr>
          <a:xfrm>
            <a:off x="7256444" y="851264"/>
            <a:ext cx="4294811" cy="5640532"/>
          </a:xfrm>
          <a:prstGeom prst="rect">
            <a:avLst/>
          </a:prstGeom>
        </p:spPr>
      </p:pic>
      <p:pic>
        <p:nvPicPr>
          <p:cNvPr id="11" name="Immagine 10" descr="Immagine che contiene Viso umano, persona, occhiali, vestiti&#10;&#10;Descrizione generata automaticamente">
            <a:extLst>
              <a:ext uri="{FF2B5EF4-FFF2-40B4-BE49-F238E27FC236}">
                <a16:creationId xmlns:a16="http://schemas.microsoft.com/office/drawing/2014/main" id="{DF93BCB8-6028-B76B-E00B-52E720A5413B}"/>
              </a:ext>
            </a:extLst>
          </p:cNvPr>
          <p:cNvPicPr>
            <a:picLocks noChangeAspect="1"/>
          </p:cNvPicPr>
          <p:nvPr/>
        </p:nvPicPr>
        <p:blipFill>
          <a:blip r:embed="rId3"/>
          <a:stretch>
            <a:fillRect/>
          </a:stretch>
        </p:blipFill>
        <p:spPr>
          <a:xfrm>
            <a:off x="768956" y="2810927"/>
            <a:ext cx="2886567" cy="1721206"/>
          </a:xfrm>
          <a:prstGeom prst="rect">
            <a:avLst/>
          </a:prstGeom>
        </p:spPr>
      </p:pic>
      <p:pic>
        <p:nvPicPr>
          <p:cNvPr id="15" name="Immagine 14" descr="Immagine che contiene persona, Viso umano, schermata, uomo&#10;&#10;Descrizione generata automaticamente">
            <a:extLst>
              <a:ext uri="{FF2B5EF4-FFF2-40B4-BE49-F238E27FC236}">
                <a16:creationId xmlns:a16="http://schemas.microsoft.com/office/drawing/2014/main" id="{034C045B-518E-CAA9-675F-1EDD126B3F0C}"/>
              </a:ext>
            </a:extLst>
          </p:cNvPr>
          <p:cNvPicPr>
            <a:picLocks noChangeAspect="1"/>
          </p:cNvPicPr>
          <p:nvPr/>
        </p:nvPicPr>
        <p:blipFill>
          <a:blip r:embed="rId4"/>
          <a:stretch>
            <a:fillRect/>
          </a:stretch>
        </p:blipFill>
        <p:spPr>
          <a:xfrm>
            <a:off x="4074208" y="2810927"/>
            <a:ext cx="2886567" cy="1719656"/>
          </a:xfrm>
          <a:prstGeom prst="rect">
            <a:avLst/>
          </a:prstGeom>
        </p:spPr>
      </p:pic>
      <p:sp>
        <p:nvSpPr>
          <p:cNvPr id="16" name="CasellaDiTesto 15">
            <a:extLst>
              <a:ext uri="{FF2B5EF4-FFF2-40B4-BE49-F238E27FC236}">
                <a16:creationId xmlns:a16="http://schemas.microsoft.com/office/drawing/2014/main" id="{D005490B-DA8A-DAC1-1D1E-684C9F120A52}"/>
              </a:ext>
            </a:extLst>
          </p:cNvPr>
          <p:cNvSpPr txBox="1"/>
          <p:nvPr/>
        </p:nvSpPr>
        <p:spPr>
          <a:xfrm>
            <a:off x="768956" y="1209828"/>
            <a:ext cx="6310270" cy="1200329"/>
          </a:xfrm>
          <a:prstGeom prst="rect">
            <a:avLst/>
          </a:prstGeom>
          <a:noFill/>
        </p:spPr>
        <p:txBody>
          <a:bodyPr wrap="square" rtlCol="0">
            <a:spAutoFit/>
          </a:bodyPr>
          <a:lstStyle/>
          <a:p>
            <a:r>
              <a:rPr lang="it-IT" sz="2400" dirty="0"/>
              <a:t>Abbiamo implementato un semplice sistema per</a:t>
            </a:r>
          </a:p>
          <a:p>
            <a:r>
              <a:rPr lang="it-IT" sz="2400" dirty="0"/>
              <a:t>prevenire incidenti automobilistici dovuti dalla stanchezza alla guida.</a:t>
            </a:r>
          </a:p>
        </p:txBody>
      </p:sp>
    </p:spTree>
    <p:extLst>
      <p:ext uri="{BB962C8B-B14F-4D97-AF65-F5344CB8AC3E}">
        <p14:creationId xmlns:p14="http://schemas.microsoft.com/office/powerpoint/2010/main" val="413385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ircuito">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Office_41967144_TF45165253" id="{8AA93C96-D5CB-4393-859C-8C3B1E897495}" vid="{C8B0B965-D82E-487F-9A2C-5CBAF2A8B210}"/>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b016046-d0ea-444d-a2ab-a1ee66a14d2b" xsi:nil="true"/>
    <_activity xmlns="7b016046-d0ea-444d-a2ab-a1ee66a14d2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B15468B4E7131458AD0E19C924F4F32" ma:contentTypeVersion="15" ma:contentTypeDescription="Create a new document." ma:contentTypeScope="" ma:versionID="4e1bef1ec5331bd1626a5f213f9ef9bc">
  <xsd:schema xmlns:xsd="http://www.w3.org/2001/XMLSchema" xmlns:xs="http://www.w3.org/2001/XMLSchema" xmlns:p="http://schemas.microsoft.com/office/2006/metadata/properties" xmlns:ns3="42a31c5d-da47-4ded-875c-7131b1add86d" xmlns:ns4="7b016046-d0ea-444d-a2ab-a1ee66a14d2b" targetNamespace="http://schemas.microsoft.com/office/2006/metadata/properties" ma:root="true" ma:fieldsID="01606034dd0dc20d298f2f76f8eecd27" ns3:_="" ns4:_="">
    <xsd:import namespace="42a31c5d-da47-4ded-875c-7131b1add86d"/>
    <xsd:import namespace="7b016046-d0ea-444d-a2ab-a1ee66a14d2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SearchProperties"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a31c5d-da47-4ded-875c-7131b1add86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016046-d0ea-444d-a2ab-a1ee66a14d2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41CBB0-BAA0-4983-8F2B-E10AF3358DA8}">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7b016046-d0ea-444d-a2ab-a1ee66a14d2b"/>
    <ds:schemaRef ds:uri="http://purl.org/dc/elements/1.1/"/>
    <ds:schemaRef ds:uri="http://schemas.microsoft.com/office/infopath/2007/PartnerControls"/>
    <ds:schemaRef ds:uri="42a31c5d-da47-4ded-875c-7131b1add86d"/>
    <ds:schemaRef ds:uri="http://www.w3.org/XML/1998/namespace"/>
  </ds:schemaRefs>
</ds:datastoreItem>
</file>

<file path=customXml/itemProps2.xml><?xml version="1.0" encoding="utf-8"?>
<ds:datastoreItem xmlns:ds="http://schemas.openxmlformats.org/officeDocument/2006/customXml" ds:itemID="{E096F0E7-E7B5-406E-8E94-F0043B2AC7F6}">
  <ds:schemaRefs>
    <ds:schemaRef ds:uri="http://schemas.microsoft.com/sharepoint/v3/contenttype/forms"/>
  </ds:schemaRefs>
</ds:datastoreItem>
</file>

<file path=customXml/itemProps3.xml><?xml version="1.0" encoding="utf-8"?>
<ds:datastoreItem xmlns:ds="http://schemas.openxmlformats.org/officeDocument/2006/customXml" ds:itemID="{B732436D-48AC-4572-8026-732F7204ABCA}">
  <ds:schemaRefs>
    <ds:schemaRef ds:uri="42a31c5d-da47-4ded-875c-7131b1add86d"/>
    <ds:schemaRef ds:uri="7b016046-d0ea-444d-a2ab-a1ee66a14d2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4443</TotalTime>
  <Words>1642</Words>
  <Application>Microsoft Office PowerPoint</Application>
  <PresentationFormat>Widescreen</PresentationFormat>
  <Paragraphs>183</Paragraphs>
  <Slides>26</Slides>
  <Notes>4</Notes>
  <HiddenSlides>0</HiddenSlides>
  <MMClips>0</MMClips>
  <ScaleCrop>false</ScaleCrop>
  <HeadingPairs>
    <vt:vector size="6" baseType="variant">
      <vt:variant>
        <vt:lpstr>Caratteri utilizzati</vt:lpstr>
      </vt:variant>
      <vt:variant>
        <vt:i4>5</vt:i4>
      </vt:variant>
      <vt:variant>
        <vt:lpstr>Tema</vt:lpstr>
      </vt:variant>
      <vt:variant>
        <vt:i4>2</vt:i4>
      </vt:variant>
      <vt:variant>
        <vt:lpstr>Titoli diapositive</vt:lpstr>
      </vt:variant>
      <vt:variant>
        <vt:i4>26</vt:i4>
      </vt:variant>
    </vt:vector>
  </HeadingPairs>
  <TitlesOfParts>
    <vt:vector size="33" baseType="lpstr">
      <vt:lpstr>Arial</vt:lpstr>
      <vt:lpstr>Calibri</vt:lpstr>
      <vt:lpstr>Calibri Light</vt:lpstr>
      <vt:lpstr>Tw Cen MT</vt:lpstr>
      <vt:lpstr>-webkit-standard</vt:lpstr>
      <vt:lpstr>Tema di Office</vt:lpstr>
      <vt:lpstr>Circuito</vt:lpstr>
      <vt:lpstr>Presentazione standard di PowerPoint</vt:lpstr>
      <vt:lpstr>PERCHÈ SLEEP DETECTION?</vt:lpstr>
      <vt:lpstr>Funzionamento</vt:lpstr>
      <vt:lpstr>Presentazione standard di PowerPoint</vt:lpstr>
      <vt:lpstr>Descrizione dell’architettura</vt:lpstr>
      <vt:lpstr>MODALITÁ DI FUNZIONAMENTO </vt:lpstr>
      <vt:lpstr>Presentazione standard di PowerPoint</vt:lpstr>
      <vt:lpstr>Logica del riconoscimento</vt:lpstr>
      <vt:lpstr>Comunicazione Serial-USB</vt:lpstr>
      <vt:lpstr>Protocollo USB</vt:lpstr>
      <vt:lpstr>Protocollo USB</vt:lpstr>
      <vt:lpstr>Protocollo USB</vt:lpstr>
      <vt:lpstr>Protocollo USB</vt:lpstr>
      <vt:lpstr>Protocollo USB</vt:lpstr>
      <vt:lpstr>Protocollo USB</vt:lpstr>
      <vt:lpstr>Configurazione USB su STM32</vt:lpstr>
      <vt:lpstr>Presentazione standard di PowerPoint</vt:lpstr>
      <vt:lpstr>Presentazione standard di PowerPoint</vt:lpstr>
      <vt:lpstr>Presentazione standard di PowerPoint</vt:lpstr>
      <vt:lpstr>Presentazione standard di PowerPoint</vt:lpstr>
      <vt:lpstr>Configurazione del pacchetto Middleware su STM32CUBE</vt:lpstr>
      <vt:lpstr>Presentazione standard di PowerPoint</vt:lpstr>
      <vt:lpstr>Configurazione della UART</vt:lpstr>
      <vt:lpstr>Configurazione della GPIO</vt:lpstr>
      <vt:lpstr>Configurazione della GPIO</vt:lpstr>
      <vt:lpstr>Conclusioni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Titolo Lorem Ipsum</dc:title>
  <dc:creator>ROBERTA DE LUCA</dc:creator>
  <cp:lastModifiedBy>LUCIANO VITALE</cp:lastModifiedBy>
  <cp:revision>1</cp:revision>
  <dcterms:created xsi:type="dcterms:W3CDTF">2022-05-26T08:53:04Z</dcterms:created>
  <dcterms:modified xsi:type="dcterms:W3CDTF">2024-09-23T15:16:44Z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0x0101001B15468B4E7131458AD0E19C924F4F32</vt:lpwstr>
  </property>
  <property fmtid="{D5CDD505-2E9C-101B-9397-08002B2CF9AE}" pid="3" name="MSIP_Label_2ad0b24d-6422-44b0-b3de-abb3a9e8c81a_Enabled">
    <vt:lpwstr>true</vt:lpwstr>
  </property>
  <property fmtid="{D5CDD505-2E9C-101B-9397-08002B2CF9AE}" pid="4" name="MSIP_Label_2ad0b24d-6422-44b0-b3de-abb3a9e8c81a_SetDate">
    <vt:lpwstr>2024-06-24T09:50:51Z</vt:lpwstr>
  </property>
  <property fmtid="{D5CDD505-2E9C-101B-9397-08002B2CF9AE}" pid="5" name="MSIP_Label_2ad0b24d-6422-44b0-b3de-abb3a9e8c81a_Method">
    <vt:lpwstr>Standard</vt:lpwstr>
  </property>
  <property fmtid="{D5CDD505-2E9C-101B-9397-08002B2CF9AE}" pid="6" name="MSIP_Label_2ad0b24d-6422-44b0-b3de-abb3a9e8c81a_Name">
    <vt:lpwstr>defa4170-0d19-0005-0004-bc88714345d2</vt:lpwstr>
  </property>
  <property fmtid="{D5CDD505-2E9C-101B-9397-08002B2CF9AE}" pid="7" name="MSIP_Label_2ad0b24d-6422-44b0-b3de-abb3a9e8c81a_SiteId">
    <vt:lpwstr>2fcfe26a-bb62-46b0-b1e3-28f9da0c45fd</vt:lpwstr>
  </property>
  <property fmtid="{D5CDD505-2E9C-101B-9397-08002B2CF9AE}" pid="8" name="MSIP_Label_2ad0b24d-6422-44b0-b3de-abb3a9e8c81a_ActionId">
    <vt:lpwstr>780339ac-cb67-4f75-a675-33d669c93d4c</vt:lpwstr>
  </property>
  <property fmtid="{D5CDD505-2E9C-101B-9397-08002B2CF9AE}" pid="9" name="MSIP_Label_2ad0b24d-6422-44b0-b3de-abb3a9e8c81a_ContentBits">
    <vt:lpwstr>0</vt:lpwstr>
  </property>
</Properties>
</file>